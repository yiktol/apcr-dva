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4 - Question 3</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company is working on a project to enhance its serverless application development process. The company hosts applications on AWS Lambda. The development team regularly updates the Lambda code and wants to use stable code in production. Which combination of steps should the development team take to configure Lambda functions to meet both development and production requirements? (Select TWO.)</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Using a Lambda layer, you can access additional code and content. It is not suitable for code updates.</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Lambda function versions are designed to manage deployment of functions. They can be used for code changes, without affe</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Using a Lambda layer, you can access additional code and content. It is not suitable for code updates. Additionally, a L</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By creating separate aliases for Production and Development, systems can initiate the correct alias as needed. A Lambda </a:t>
            </a:r>
          </a:p>
        </p:txBody>
      </p:sp>
      <p:sp>
        <p:nvSpPr>
          <p:cNvPr id="13" name="Oval 12"/>
          <p:cNvSpPr/>
          <p:nvPr/>
        </p:nvSpPr>
        <p:spPr>
          <a:xfrm>
            <a:off x="365760" y="42062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E</a:t>
            </a:r>
          </a:p>
        </p:txBody>
      </p:sp>
      <p:sp>
        <p:nvSpPr>
          <p:cNvPr id="14" name="TextBox 13"/>
          <p:cNvSpPr txBox="1"/>
          <p:nvPr/>
        </p:nvSpPr>
        <p:spPr>
          <a:xfrm>
            <a:off x="777240" y="4206240"/>
            <a:ext cx="5943600" cy="411480"/>
          </a:xfrm>
          <a:prstGeom prst="rect">
            <a:avLst/>
          </a:prstGeom>
          <a:noFill/>
        </p:spPr>
        <p:txBody>
          <a:bodyPr wrap="square">
            <a:spAutoFit/>
          </a:bodyPr>
          <a:lstStyle/>
          <a:p>
            <a:pPr>
              <a:defRPr sz="1000">
                <a:solidFill>
                  <a:srgbClr val="CCCCCC"/>
                </a:solidFill>
                <a:latin typeface="Segoe UI"/>
              </a:defRPr>
            </a:pPr>
            <a:r>
              <a:t>A Lambda function alias can only point to an unqualified function ARN. LAMBDA_TASK_ROOT is a variable used by Lambda to </a:t>
            </a:r>
          </a:p>
        </p:txBody>
      </p:sp>
      <p:sp>
        <p:nvSpPr>
          <p:cNvPr id="15" name="Rounded Rectangle 14"/>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7" name="Picture 16"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Using a Lambda layer, you can access additional code and content. It is not suitable for code update</a:t>
            </a:r>
          </a:p>
        </p:txBody>
      </p:sp>
      <p:pic>
        <p:nvPicPr>
          <p:cNvPr id="5" name="Picture 4" descr="option_a.png"/>
          <p:cNvPicPr>
            <a:picLocks noChangeAspect="1"/>
          </p:cNvPicPr>
          <p:nvPr/>
        </p:nvPicPr>
        <p:blipFill>
          <a:blip r:embed="rId2"/>
          <a:stretch>
            <a:fillRect/>
          </a:stretch>
        </p:blipFill>
        <p:spPr>
          <a:xfrm>
            <a:off x="182880" y="1250131"/>
            <a:ext cx="5303520" cy="3169016"/>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Using a Lambda layer, you can access additional code and content.</a:t>
            </a:r>
          </a:p>
          <a:p>
            <a:pPr>
              <a:spcAft>
                <a:spcPts val="600"/>
              </a:spcAft>
              <a:defRPr sz="900">
                <a:solidFill>
                  <a:srgbClr val="212121"/>
                </a:solidFill>
                <a:latin typeface="Segoe UI"/>
              </a:defRPr>
            </a:pPr>
            <a:r>
              <a:t>• It is not suitable for code updates.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Lambda function versions are designed to manage deployment of functions. They can be used for code c</a:t>
            </a:r>
          </a:p>
        </p:txBody>
      </p:sp>
      <p:pic>
        <p:nvPicPr>
          <p:cNvPr id="5" name="Picture 4" descr="option_b.png"/>
          <p:cNvPicPr>
            <a:picLocks noChangeAspect="1"/>
          </p:cNvPicPr>
          <p:nvPr/>
        </p:nvPicPr>
        <p:blipFill>
          <a:blip r:embed="rId2"/>
          <a:stretch>
            <a:fillRect/>
          </a:stretch>
        </p:blipFill>
        <p:spPr>
          <a:xfrm>
            <a:off x="182880" y="949245"/>
            <a:ext cx="5303520" cy="3770789"/>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Lambda function versions are designed to manage deployment of functions.</a:t>
            </a:r>
          </a:p>
          <a:p>
            <a:pPr>
              <a:spcAft>
                <a:spcPts val="600"/>
              </a:spcAft>
              <a:defRPr sz="900">
                <a:solidFill>
                  <a:srgbClr val="212121"/>
                </a:solidFill>
                <a:latin typeface="Segoe UI"/>
              </a:defRPr>
            </a:pPr>
            <a:r>
              <a:t>• They can be used for code changes, without affecting the stable production version of the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Using a Lambda layer, you can access additional code and content. It is not suitable for code update</a:t>
            </a:r>
          </a:p>
        </p:txBody>
      </p:sp>
      <p:pic>
        <p:nvPicPr>
          <p:cNvPr id="5" name="Picture 4" descr="option_c.png"/>
          <p:cNvPicPr>
            <a:picLocks noChangeAspect="1"/>
          </p:cNvPicPr>
          <p:nvPr/>
        </p:nvPicPr>
        <p:blipFill>
          <a:blip r:embed="rId2"/>
          <a:stretch>
            <a:fillRect/>
          </a:stretch>
        </p:blipFill>
        <p:spPr>
          <a:xfrm>
            <a:off x="182880" y="1107248"/>
            <a:ext cx="5303520" cy="3454782"/>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Using a Lambda layer, you can access additional code and content.</a:t>
            </a:r>
          </a:p>
          <a:p>
            <a:pPr>
              <a:spcAft>
                <a:spcPts val="600"/>
              </a:spcAft>
              <a:defRPr sz="900">
                <a:solidFill>
                  <a:srgbClr val="212121"/>
                </a:solidFill>
                <a:latin typeface="Segoe UI"/>
              </a:defRPr>
            </a:pPr>
            <a:r>
              <a:t>• It is not suitable for code updates.</a:t>
            </a:r>
          </a:p>
          <a:p>
            <a:pPr>
              <a:spcAft>
                <a:spcPts val="600"/>
              </a:spcAft>
              <a:defRPr sz="900">
                <a:solidFill>
                  <a:srgbClr val="212121"/>
                </a:solidFill>
                <a:latin typeface="Segoe UI"/>
              </a:defRPr>
            </a:pPr>
            <a:r>
              <a:t>• Additionally, a Lambda function alias points to a Lambda function version.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By creating separate aliases for Production and Development, systems can initiate the correct alias </a:t>
            </a:r>
          </a:p>
        </p:txBody>
      </p:sp>
      <p:pic>
        <p:nvPicPr>
          <p:cNvPr id="5" name="Picture 4" descr="option_d.png"/>
          <p:cNvPicPr>
            <a:picLocks noChangeAspect="1"/>
          </p:cNvPicPr>
          <p:nvPr/>
        </p:nvPicPr>
        <p:blipFill>
          <a:blip r:embed="rId2"/>
          <a:stretch>
            <a:fillRect/>
          </a:stretch>
        </p:blipFill>
        <p:spPr>
          <a:xfrm>
            <a:off x="182880" y="914400"/>
            <a:ext cx="3222957"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By creating separate aliases for Production and Development, systems can initiate the correct alias as needed.</a:t>
            </a:r>
          </a:p>
          <a:p>
            <a:pPr>
              <a:spcAft>
                <a:spcPts val="600"/>
              </a:spcAft>
              <a:defRPr sz="900">
                <a:solidFill>
                  <a:srgbClr val="212121"/>
                </a:solidFill>
                <a:latin typeface="Segoe UI"/>
              </a:defRPr>
            </a:pPr>
            <a:r>
              <a:t>• A Lambda function alias can be used to point to a specific Lambda function version.</a:t>
            </a:r>
          </a:p>
          <a:p>
            <a:pPr>
              <a:spcAft>
                <a:spcPts val="600"/>
              </a:spcAft>
              <a:defRPr sz="900">
                <a:solidFill>
                  <a:srgbClr val="212121"/>
                </a:solidFill>
                <a:latin typeface="Segoe UI"/>
              </a:defRPr>
            </a:pPr>
            <a:r>
              <a:t>• Using the functionality to update an alias and its linked version, the development team can update the required version as needed.</a:t>
            </a:r>
          </a:p>
          <a:p>
            <a:pPr>
              <a:spcAft>
                <a:spcPts val="600"/>
              </a:spcAft>
              <a:defRPr sz="900">
                <a:solidFill>
                  <a:srgbClr val="212121"/>
                </a:solidFill>
                <a:latin typeface="Segoe UI"/>
              </a:defRPr>
            </a:pPr>
            <a:r>
              <a:t>• The $LATEST version is the newest published 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E: A Lambda function alias can only point to an unqualified function ARN. LAMBDA_TASK_ROOT is a variabl</a:t>
            </a:r>
          </a:p>
        </p:txBody>
      </p:sp>
      <p:pic>
        <p:nvPicPr>
          <p:cNvPr id="5" name="Picture 4" descr="option_e.png"/>
          <p:cNvPicPr>
            <a:picLocks noChangeAspect="1"/>
          </p:cNvPicPr>
          <p:nvPr/>
        </p:nvPicPr>
        <p:blipFill>
          <a:blip r:embed="rId2"/>
          <a:stretch>
            <a:fillRect/>
          </a:stretch>
        </p:blipFill>
        <p:spPr>
          <a:xfrm>
            <a:off x="182880" y="1110666"/>
            <a:ext cx="5303520" cy="3447946"/>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 Lambda function alias can only point to an unqualified function ARN.</a:t>
            </a:r>
          </a:p>
          <a:p>
            <a:pPr>
              <a:spcAft>
                <a:spcPts val="600"/>
              </a:spcAft>
              <a:defRPr sz="900">
                <a:solidFill>
                  <a:srgbClr val="212121"/>
                </a:solidFill>
                <a:latin typeface="Segoe UI"/>
              </a:defRPr>
            </a:pPr>
            <a:r>
              <a:t>• LAMBDA_TASK_ROOT is a variable used by Lambda to record the path to the code.</a:t>
            </a:r>
          </a:p>
          <a:p>
            <a:pPr>
              <a:spcAft>
                <a:spcPts val="600"/>
              </a:spcAft>
              <a:defRPr sz="900">
                <a:solidFill>
                  <a:srgbClr val="212121"/>
                </a:solidFill>
                <a:latin typeface="Segoe UI"/>
              </a:defRPr>
            </a:pPr>
            <a:r>
              <a:t>• However, it cannot be used in the way the response describes.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