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5</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Each time a developer publishes a new version of an AWS Lambda function, all the dependent event source mappings need to be updated with the reference to the new version’s Amazon Resource Name (ARN). These updates are time consuming and error-prone. Which combination of actions should the developer take to avoid performing these updates when publishing a new Lambda version? (Select TWO.)</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A Lambda event source mapping can either point to the version ARN, or an alias ARN, but not to the layer ARN.</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A Lambda alias is a pointer to a specific Lambda function version.</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This solution does not address your problem. Every alias has its own unique ARN. Therefore, you would still need to upda</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A Lambda alias cannot point to another Lambda alias, only to a Lambda function version.</a:t>
            </a:r>
          </a:p>
        </p:txBody>
      </p:sp>
      <p:sp>
        <p:nvSpPr>
          <p:cNvPr id="13" name="Oval 12"/>
          <p:cNvSpPr/>
          <p:nvPr/>
        </p:nvSpPr>
        <p:spPr>
          <a:xfrm>
            <a:off x="365760" y="42062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E</a:t>
            </a:r>
          </a:p>
        </p:txBody>
      </p:sp>
      <p:sp>
        <p:nvSpPr>
          <p:cNvPr id="14" name="TextBox 13"/>
          <p:cNvSpPr txBox="1"/>
          <p:nvPr/>
        </p:nvSpPr>
        <p:spPr>
          <a:xfrm>
            <a:off x="777240" y="4206240"/>
            <a:ext cx="5943600" cy="411480"/>
          </a:xfrm>
          <a:prstGeom prst="rect">
            <a:avLst/>
          </a:prstGeom>
          <a:noFill/>
        </p:spPr>
        <p:txBody>
          <a:bodyPr wrap="square">
            <a:spAutoFit/>
          </a:bodyPr>
          <a:lstStyle/>
          <a:p>
            <a:pPr>
              <a:defRPr sz="1000">
                <a:solidFill>
                  <a:srgbClr val="CCCCCC"/>
                </a:solidFill>
                <a:latin typeface="Segoe UI"/>
              </a:defRPr>
            </a:pPr>
            <a:r>
              <a:t>Instead of using ARNs for the Lambda function in event source mappings, you can use an alias ARN. You do not need to upd</a:t>
            </a:r>
          </a:p>
        </p:txBody>
      </p:sp>
      <p:sp>
        <p:nvSpPr>
          <p:cNvPr id="15" name="Rounded Rectangle 14"/>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7" name="Picture 16"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A Lambda event source mapping can either point to the version ARN, or an alias ARN, but not to the l</a:t>
            </a:r>
          </a:p>
        </p:txBody>
      </p:sp>
      <p:pic>
        <p:nvPicPr>
          <p:cNvPr id="5" name="Picture 4" descr="option_a.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Lambda event source mapping can either point to the version ARN, or an alias ARN, but not to the layer ARN.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 Lambda alias is a pointer to a specific Lambda function version.</a:t>
            </a:r>
          </a:p>
        </p:txBody>
      </p:sp>
      <p:pic>
        <p:nvPicPr>
          <p:cNvPr id="5" name="Picture 4" descr="option_b.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A Lambda alias is a pointer to a specific Lambda function version.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This solution does not address your problem. Every alias has its own unique ARN. Therefore, you woul</a:t>
            </a:r>
          </a:p>
        </p:txBody>
      </p:sp>
      <p:pic>
        <p:nvPicPr>
          <p:cNvPr id="5" name="Picture 4" descr="option_c.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This solution does not address your problem.</a:t>
            </a:r>
          </a:p>
          <a:p>
            <a:pPr>
              <a:spcAft>
                <a:spcPts val="600"/>
              </a:spcAft>
              <a:defRPr sz="900">
                <a:solidFill>
                  <a:srgbClr val="212121"/>
                </a:solidFill>
                <a:latin typeface="Segoe UI"/>
              </a:defRPr>
            </a:pPr>
            <a:r>
              <a:t>• Every alias has its own unique ARN.</a:t>
            </a:r>
          </a:p>
          <a:p>
            <a:pPr>
              <a:spcAft>
                <a:spcPts val="600"/>
              </a:spcAft>
              <a:defRPr sz="900">
                <a:solidFill>
                  <a:srgbClr val="212121"/>
                </a:solidFill>
                <a:latin typeface="Segoe UI"/>
              </a:defRPr>
            </a:pPr>
            <a:r>
              <a:t>• Therefore, you would still need to update the event source mapping with the new ARN when a new version is published.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A Lambda alias cannot point to another Lambda alias, only to a Lambda function version.</a:t>
            </a:r>
          </a:p>
        </p:txBody>
      </p:sp>
      <p:pic>
        <p:nvPicPr>
          <p:cNvPr id="5" name="Picture 4" descr="option_d.png"/>
          <p:cNvPicPr>
            <a:picLocks noChangeAspect="1"/>
          </p:cNvPicPr>
          <p:nvPr/>
        </p:nvPicPr>
        <p:blipFill>
          <a:blip r:embed="rId2"/>
          <a:stretch>
            <a:fillRect/>
          </a:stretch>
        </p:blipFill>
        <p:spPr>
          <a:xfrm>
            <a:off x="182880" y="914400"/>
            <a:ext cx="3238051"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Lambda alias cannot point to another Lambda alias, only to a Lambda function 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E: Instead of using ARNs for the Lambda function in event source mappings, you can use an alias ARN. Yo</a:t>
            </a:r>
          </a:p>
        </p:txBody>
      </p:sp>
      <p:pic>
        <p:nvPicPr>
          <p:cNvPr id="5" name="Picture 4" descr="option_e.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Instead of using ARNs for the Lambda function in event source mappings, you can use an alias ARN.</a:t>
            </a:r>
          </a:p>
          <a:p>
            <a:pPr>
              <a:spcAft>
                <a:spcPts val="600"/>
              </a:spcAft>
              <a:defRPr sz="900">
                <a:solidFill>
                  <a:srgbClr val="212121"/>
                </a:solidFill>
                <a:latin typeface="Segoe UI"/>
              </a:defRPr>
            </a:pPr>
            <a:r>
              <a:t>• You do not need to update your event source mappings when you promote a new version or roll back to a previous version.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