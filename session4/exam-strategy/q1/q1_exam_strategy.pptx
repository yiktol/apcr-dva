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4 - Question 1</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 company notices performance degradation in one of its production web applications. The application is running on AWS services and uses a microservices architecture. The company suspects that one of these microservices is causing the performance issue. Which AWS solution should the company use to identify the service that is contributing to hig...</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X-Ray creates a map of services used by your application with trace data. You can use the trace data</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CloudTrail event history is used to record API calls for governance, compliance operation, and risk </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EventBridge (CloudWatch Events) delivers a near-real-time stream of system events that describe chan</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Trusted Advisor provides real-time guidance to help provision AWS resources to follow AWS best pract</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X-Ray creates a map of services used by your application with trace data. You can use the trace data</a:t>
            </a:r>
          </a:p>
        </p:txBody>
      </p:sp>
      <p:pic>
        <p:nvPicPr>
          <p:cNvPr id="5" name="Picture 4" descr="option_a.png"/>
          <p:cNvPicPr>
            <a:picLocks noChangeAspect="1"/>
          </p:cNvPicPr>
          <p:nvPr/>
        </p:nvPicPr>
        <p:blipFill>
          <a:blip r:embed="rId2"/>
          <a:stretch>
            <a:fillRect/>
          </a:stretch>
        </p:blipFill>
        <p:spPr>
          <a:xfrm>
            <a:off x="182880" y="914400"/>
            <a:ext cx="2910559"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X-Ray creates a map of services used by your application with trace data</a:t>
            </a:r>
          </a:p>
          <a:p>
            <a:pPr>
              <a:spcAft>
                <a:spcPts val="400"/>
              </a:spcAft>
              <a:defRPr sz="800">
                <a:solidFill>
                  <a:srgbClr val="212121"/>
                </a:solidFill>
                <a:latin typeface="Segoe UI"/>
              </a:defRPr>
            </a:pPr>
            <a:r>
              <a:t>• You can use the trace data to drill into specific services or issues</a:t>
            </a:r>
          </a:p>
          <a:p>
            <a:pPr>
              <a:spcAft>
                <a:spcPts val="400"/>
              </a:spcAft>
              <a:defRPr sz="800">
                <a:solidFill>
                  <a:srgbClr val="212121"/>
                </a:solidFill>
                <a:latin typeface="Segoe UI"/>
              </a:defRPr>
            </a:pPr>
            <a:r>
              <a:t>• This data provides a view of connections between services in your application and aggregated data for each service</a:t>
            </a:r>
          </a:p>
          <a:p>
            <a:pPr>
              <a:spcAft>
                <a:spcPts val="400"/>
              </a:spcAft>
              <a:defRPr sz="800">
                <a:solidFill>
                  <a:srgbClr val="212121"/>
                </a:solidFill>
                <a:latin typeface="Segoe UI"/>
              </a:defRPr>
            </a:pPr>
            <a:r>
              <a:t>• Including average latency and failure rates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CloudTrail event history is used to record API calls for governance, compliance operation, and risk </a:t>
            </a:r>
          </a:p>
        </p:txBody>
      </p:sp>
      <p:pic>
        <p:nvPicPr>
          <p:cNvPr id="5" name="Picture 4" descr="option_b.png"/>
          <p:cNvPicPr>
            <a:picLocks noChangeAspect="1"/>
          </p:cNvPicPr>
          <p:nvPr/>
        </p:nvPicPr>
        <p:blipFill>
          <a:blip r:embed="rId2"/>
          <a:stretch>
            <a:fillRect/>
          </a:stretch>
        </p:blipFill>
        <p:spPr>
          <a:xfrm>
            <a:off x="182880" y="1165256"/>
            <a:ext cx="5303520" cy="3338767"/>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CloudTrail event history is used to record API calls for governance</a:t>
            </a:r>
          </a:p>
          <a:p>
            <a:pPr>
              <a:spcAft>
                <a:spcPts val="400"/>
              </a:spcAft>
              <a:defRPr sz="800">
                <a:solidFill>
                  <a:srgbClr val="212121"/>
                </a:solidFill>
                <a:latin typeface="Segoe UI"/>
              </a:defRPr>
            </a:pPr>
            <a:r>
              <a:t>• Compliance operation</a:t>
            </a:r>
          </a:p>
          <a:p>
            <a:pPr>
              <a:spcAft>
                <a:spcPts val="400"/>
              </a:spcAft>
              <a:defRPr sz="800">
                <a:solidFill>
                  <a:srgbClr val="212121"/>
                </a:solidFill>
                <a:latin typeface="Segoe UI"/>
              </a:defRPr>
            </a:pPr>
            <a:r>
              <a:t>• And risk auditing purposes</a:t>
            </a:r>
          </a:p>
          <a:p>
            <a:pPr>
              <a:spcAft>
                <a:spcPts val="400"/>
              </a:spcAft>
              <a:defRPr sz="800">
                <a:solidFill>
                  <a:srgbClr val="212121"/>
                </a:solidFill>
                <a:latin typeface="Segoe UI"/>
              </a:defRPr>
            </a:pPr>
            <a:r>
              <a:t>• CloudTrail is not a service that is used for identifying application performance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EventBridge (CloudWatch Events) delivers a near-real-time stream of system events that describe chan</a:t>
            </a:r>
          </a:p>
        </p:txBody>
      </p:sp>
      <p:pic>
        <p:nvPicPr>
          <p:cNvPr id="5" name="Picture 4" descr="option_c.png"/>
          <p:cNvPicPr>
            <a:picLocks noChangeAspect="1"/>
          </p:cNvPicPr>
          <p:nvPr/>
        </p:nvPicPr>
        <p:blipFill>
          <a:blip r:embed="rId2"/>
          <a:stretch>
            <a:fillRect/>
          </a:stretch>
        </p:blipFill>
        <p:spPr>
          <a:xfrm>
            <a:off x="182880" y="1238983"/>
            <a:ext cx="5303520" cy="3191313"/>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EventBridge (CloudWatch Events) delivers a near-real-time stream of system events that describe changes in Amazon Web Services resources</a:t>
            </a:r>
          </a:p>
          <a:p>
            <a:pPr>
              <a:spcAft>
                <a:spcPts val="400"/>
              </a:spcAft>
              <a:defRPr sz="800">
                <a:solidFill>
                  <a:srgbClr val="212121"/>
                </a:solidFill>
                <a:latin typeface="Segoe UI"/>
              </a:defRPr>
            </a:pPr>
            <a:r>
              <a:t>• It is not used for identifying application performance issues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Trusted Advisor provides real-time guidance to help provision AWS resources to follow AWS best pract</a:t>
            </a:r>
          </a:p>
        </p:txBody>
      </p:sp>
      <p:pic>
        <p:nvPicPr>
          <p:cNvPr id="5" name="Picture 4" descr="option_d.png"/>
          <p:cNvPicPr>
            <a:picLocks noChangeAspect="1"/>
          </p:cNvPicPr>
          <p:nvPr/>
        </p:nvPicPr>
        <p:blipFill>
          <a:blip r:embed="rId2"/>
          <a:stretch>
            <a:fillRect/>
          </a:stretch>
        </p:blipFill>
        <p:spPr>
          <a:xfrm>
            <a:off x="182880" y="1288961"/>
            <a:ext cx="5303520" cy="309135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Trusted Advisor provides real-time guidance to help provision AWS resources to follow AWS best practices</a:t>
            </a:r>
          </a:p>
          <a:p>
            <a:pPr>
              <a:spcAft>
                <a:spcPts val="400"/>
              </a:spcAft>
              <a:defRPr sz="800">
                <a:solidFill>
                  <a:srgbClr val="212121"/>
                </a:solidFill>
                <a:latin typeface="Segoe UI"/>
              </a:defRPr>
            </a:pPr>
            <a:r>
              <a:t>• It can report overall system utilization</a:t>
            </a:r>
          </a:p>
          <a:p>
            <a:pPr>
              <a:spcAft>
                <a:spcPts val="400"/>
              </a:spcAft>
              <a:defRPr sz="800">
                <a:solidFill>
                  <a:srgbClr val="212121"/>
                </a:solidFill>
                <a:latin typeface="Segoe UI"/>
              </a:defRPr>
            </a:pPr>
            <a:r>
              <a:t>• But it is not used for identifying application performance issues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