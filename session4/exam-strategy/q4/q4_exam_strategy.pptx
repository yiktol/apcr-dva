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4 - Question 4</a:t>
            </a:r>
          </a:p>
        </p:txBody>
      </p:sp>
      <p:sp>
        <p:nvSpPr>
          <p:cNvPr id="4" name="TextBox 3"/>
          <p:cNvSpPr txBox="1"/>
          <p:nvPr/>
        </p:nvSpPr>
        <p:spPr>
          <a:xfrm>
            <a:off x="274320" y="685800"/>
            <a:ext cx="6400800" cy="1645920"/>
          </a:xfrm>
          <a:prstGeom prst="rect">
            <a:avLst/>
          </a:prstGeom>
          <a:noFill/>
        </p:spPr>
        <p:txBody>
          <a:bodyPr wrap="square">
            <a:spAutoFit/>
          </a:bodyPr>
          <a:lstStyle/>
          <a:p>
            <a:pPr>
              <a:defRPr sz="1100">
                <a:solidFill>
                  <a:srgbClr val="FFFFFF"/>
                </a:solidFill>
                <a:latin typeface="Segoe UI"/>
              </a:defRPr>
            </a:pPr>
            <a:r>
              <a:t>A developer has written several custom applications that read and write to the same Amazon DynamoDB table. Each time the data in the DynamoDB table is modified, this change should be sent to an external API. Which combination of steps should the developer perform to accomplish this task? (Select TWO.)</a:t>
            </a:r>
          </a:p>
        </p:txBody>
      </p:sp>
      <p:sp>
        <p:nvSpPr>
          <p:cNvPr id="5" name="Oval 4"/>
          <p:cNvSpPr/>
          <p:nvPr/>
        </p:nvSpPr>
        <p:spPr>
          <a:xfrm>
            <a:off x="365760" y="23774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A</a:t>
            </a:r>
          </a:p>
        </p:txBody>
      </p:sp>
      <p:sp>
        <p:nvSpPr>
          <p:cNvPr id="6" name="TextBox 5"/>
          <p:cNvSpPr txBox="1"/>
          <p:nvPr/>
        </p:nvSpPr>
        <p:spPr>
          <a:xfrm>
            <a:off x="777240" y="2377440"/>
            <a:ext cx="5943600" cy="411480"/>
          </a:xfrm>
          <a:prstGeom prst="rect">
            <a:avLst/>
          </a:prstGeom>
          <a:noFill/>
        </p:spPr>
        <p:txBody>
          <a:bodyPr wrap="square">
            <a:spAutoFit/>
          </a:bodyPr>
          <a:lstStyle/>
          <a:p>
            <a:pPr>
              <a:defRPr sz="1000">
                <a:solidFill>
                  <a:srgbClr val="CCCCCC"/>
                </a:solidFill>
                <a:latin typeface="Segoe UI"/>
              </a:defRPr>
            </a:pPr>
            <a:r>
              <a:t>If you enable DynamoDB Streams on a table, you can associate the stream Amazon Resource Name (ARN) with an Lambda functi</a:t>
            </a:r>
          </a:p>
        </p:txBody>
      </p:sp>
      <p:sp>
        <p:nvSpPr>
          <p:cNvPr id="7" name="Oval 6"/>
          <p:cNvSpPr/>
          <p:nvPr/>
        </p:nvSpPr>
        <p:spPr>
          <a:xfrm>
            <a:off x="365760" y="28346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B</a:t>
            </a:r>
          </a:p>
        </p:txBody>
      </p:sp>
      <p:sp>
        <p:nvSpPr>
          <p:cNvPr id="8" name="TextBox 7"/>
          <p:cNvSpPr txBox="1"/>
          <p:nvPr/>
        </p:nvSpPr>
        <p:spPr>
          <a:xfrm>
            <a:off x="777240" y="2834640"/>
            <a:ext cx="5943600" cy="411480"/>
          </a:xfrm>
          <a:prstGeom prst="rect">
            <a:avLst/>
          </a:prstGeom>
          <a:noFill/>
        </p:spPr>
        <p:txBody>
          <a:bodyPr wrap="square">
            <a:spAutoFit/>
          </a:bodyPr>
          <a:lstStyle/>
          <a:p>
            <a:pPr>
              <a:defRPr sz="1000">
                <a:solidFill>
                  <a:srgbClr val="CCCCCC"/>
                </a:solidFill>
                <a:latin typeface="Segoe UI"/>
              </a:defRPr>
            </a:pPr>
            <a:r>
              <a:t>EventBridge (CloudWatch Events) is used to connect applications with a variety of data. It would not be able to detect u</a:t>
            </a:r>
          </a:p>
        </p:txBody>
      </p:sp>
      <p:sp>
        <p:nvSpPr>
          <p:cNvPr id="9" name="Oval 8"/>
          <p:cNvSpPr/>
          <p:nvPr/>
        </p:nvSpPr>
        <p:spPr>
          <a:xfrm>
            <a:off x="365760" y="32918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C</a:t>
            </a:r>
          </a:p>
        </p:txBody>
      </p:sp>
      <p:sp>
        <p:nvSpPr>
          <p:cNvPr id="10" name="TextBox 9"/>
          <p:cNvSpPr txBox="1"/>
          <p:nvPr/>
        </p:nvSpPr>
        <p:spPr>
          <a:xfrm>
            <a:off x="777240" y="3291840"/>
            <a:ext cx="5943600" cy="411480"/>
          </a:xfrm>
          <a:prstGeom prst="rect">
            <a:avLst/>
          </a:prstGeom>
          <a:noFill/>
        </p:spPr>
        <p:txBody>
          <a:bodyPr wrap="square">
            <a:spAutoFit/>
          </a:bodyPr>
          <a:lstStyle/>
          <a:p>
            <a:pPr>
              <a:defRPr sz="1000">
                <a:solidFill>
                  <a:srgbClr val="CCCCCC"/>
                </a:solidFill>
                <a:latin typeface="Segoe UI"/>
              </a:defRPr>
            </a:pPr>
            <a:r>
              <a:t>A trigger cannot be enabled on a DynamoDB table. To create a trigger, a DynamoDB stream should be enabled on the specifi</a:t>
            </a:r>
          </a:p>
        </p:txBody>
      </p:sp>
      <p:sp>
        <p:nvSpPr>
          <p:cNvPr id="11" name="Oval 10"/>
          <p:cNvSpPr/>
          <p:nvPr/>
        </p:nvSpPr>
        <p:spPr>
          <a:xfrm>
            <a:off x="365760" y="3749039"/>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D</a:t>
            </a:r>
          </a:p>
        </p:txBody>
      </p:sp>
      <p:sp>
        <p:nvSpPr>
          <p:cNvPr id="12" name="TextBox 11"/>
          <p:cNvSpPr txBox="1"/>
          <p:nvPr/>
        </p:nvSpPr>
        <p:spPr>
          <a:xfrm>
            <a:off x="777240" y="3749039"/>
            <a:ext cx="5943600" cy="411480"/>
          </a:xfrm>
          <a:prstGeom prst="rect">
            <a:avLst/>
          </a:prstGeom>
          <a:noFill/>
        </p:spPr>
        <p:txBody>
          <a:bodyPr wrap="square">
            <a:spAutoFit/>
          </a:bodyPr>
          <a:lstStyle/>
          <a:p>
            <a:pPr>
              <a:defRPr sz="1000">
                <a:solidFill>
                  <a:srgbClr val="CCCCCC"/>
                </a:solidFill>
                <a:latin typeface="Segoe UI"/>
              </a:defRPr>
            </a:pPr>
            <a:r>
              <a:t>A DynamoDB stream cannot be used to create an Amazon SNS topic.</a:t>
            </a:r>
          </a:p>
        </p:txBody>
      </p:sp>
      <p:sp>
        <p:nvSpPr>
          <p:cNvPr id="13" name="Oval 12"/>
          <p:cNvSpPr/>
          <p:nvPr/>
        </p:nvSpPr>
        <p:spPr>
          <a:xfrm>
            <a:off x="365760" y="42062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E</a:t>
            </a:r>
          </a:p>
        </p:txBody>
      </p:sp>
      <p:sp>
        <p:nvSpPr>
          <p:cNvPr id="14" name="TextBox 13"/>
          <p:cNvSpPr txBox="1"/>
          <p:nvPr/>
        </p:nvSpPr>
        <p:spPr>
          <a:xfrm>
            <a:off x="777240" y="4206240"/>
            <a:ext cx="5943600" cy="411480"/>
          </a:xfrm>
          <a:prstGeom prst="rect">
            <a:avLst/>
          </a:prstGeom>
          <a:noFill/>
        </p:spPr>
        <p:txBody>
          <a:bodyPr wrap="square">
            <a:spAutoFit/>
          </a:bodyPr>
          <a:lstStyle/>
          <a:p>
            <a:pPr>
              <a:defRPr sz="1000">
                <a:solidFill>
                  <a:srgbClr val="CCCCCC"/>
                </a:solidFill>
                <a:latin typeface="Segoe UI"/>
              </a:defRPr>
            </a:pPr>
            <a:r>
              <a:t>You can enable DynamoDB Streams on a table to create an event that invokes an AWS Lambda function.</a:t>
            </a:r>
          </a:p>
        </p:txBody>
      </p:sp>
      <p:sp>
        <p:nvSpPr>
          <p:cNvPr id="15" name="Rounded Rectangle 14"/>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7" name="Picture 16"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If you enable DynamoDB Streams on a table, you can associate the stream Amazon Resource Name (ARN) w</a:t>
            </a:r>
          </a:p>
        </p:txBody>
      </p:sp>
      <p:pic>
        <p:nvPicPr>
          <p:cNvPr id="5" name="Picture 4" descr="option_a.png"/>
          <p:cNvPicPr>
            <a:picLocks noChangeAspect="1"/>
          </p:cNvPicPr>
          <p:nvPr/>
        </p:nvPicPr>
        <p:blipFill>
          <a:blip r:embed="rId2"/>
          <a:stretch>
            <a:fillRect/>
          </a:stretch>
        </p:blipFill>
        <p:spPr>
          <a:xfrm>
            <a:off x="182880" y="1466854"/>
            <a:ext cx="5303520" cy="273557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600"/>
              </a:spcAft>
              <a:defRPr sz="900">
                <a:solidFill>
                  <a:srgbClr val="212121"/>
                </a:solidFill>
                <a:latin typeface="Segoe UI"/>
              </a:defRPr>
            </a:pPr>
            <a:r>
              <a:t>• If you enable DynamoDB Streams on a table, you can associate the stream Amazon Resource Name (ARN) with an Lambda function that you write.</a:t>
            </a:r>
          </a:p>
          <a:p>
            <a:pPr>
              <a:spcAft>
                <a:spcPts val="600"/>
              </a:spcAft>
              <a:defRPr sz="900">
                <a:solidFill>
                  <a:srgbClr val="212121"/>
                </a:solidFill>
                <a:latin typeface="Segoe UI"/>
              </a:defRPr>
            </a:pPr>
            <a:r>
              <a:t>• Immediately after an item in the table is modified, a new record appears in the table's stream.</a:t>
            </a:r>
          </a:p>
          <a:p>
            <a:pPr>
              <a:spcAft>
                <a:spcPts val="600"/>
              </a:spcAft>
              <a:defRPr sz="900">
                <a:solidFill>
                  <a:srgbClr val="212121"/>
                </a:solidFill>
                <a:latin typeface="Segoe UI"/>
              </a:defRPr>
            </a:pPr>
            <a:r>
              <a:t>• Lambda polls the stream and invokes your Lambda function synchronously when it detects new stream records.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EventBridge (CloudWatch Events) is used to connect applications with a variety of data. It would not</a:t>
            </a:r>
          </a:p>
        </p:txBody>
      </p:sp>
      <p:pic>
        <p:nvPicPr>
          <p:cNvPr id="5" name="Picture 4" descr="option_b.png"/>
          <p:cNvPicPr>
            <a:picLocks noChangeAspect="1"/>
          </p:cNvPicPr>
          <p:nvPr/>
        </p:nvPicPr>
        <p:blipFill>
          <a:blip r:embed="rId2"/>
          <a:stretch>
            <a:fillRect/>
          </a:stretch>
        </p:blipFill>
        <p:spPr>
          <a:xfrm>
            <a:off x="182880" y="1466854"/>
            <a:ext cx="5303520" cy="273557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EventBridge (CloudWatch Events) is used to connect applications with a variety of data.</a:t>
            </a:r>
          </a:p>
          <a:p>
            <a:pPr>
              <a:spcAft>
                <a:spcPts val="600"/>
              </a:spcAft>
              <a:defRPr sz="900">
                <a:solidFill>
                  <a:srgbClr val="212121"/>
                </a:solidFill>
                <a:latin typeface="Segoe UI"/>
              </a:defRPr>
            </a:pPr>
            <a:r>
              <a:t>• It would not be able to detect updates to a DynamoDB 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A trigger cannot be enabled on a DynamoDB table. To create a trigger, a DynamoDB stream should be en</a:t>
            </a:r>
          </a:p>
        </p:txBody>
      </p:sp>
      <p:pic>
        <p:nvPicPr>
          <p:cNvPr id="5" name="Picture 4" descr="option_c.png"/>
          <p:cNvPicPr>
            <a:picLocks noChangeAspect="1"/>
          </p:cNvPicPr>
          <p:nvPr/>
        </p:nvPicPr>
        <p:blipFill>
          <a:blip r:embed="rId2"/>
          <a:stretch>
            <a:fillRect/>
          </a:stretch>
        </p:blipFill>
        <p:spPr>
          <a:xfrm>
            <a:off x="182880" y="914400"/>
            <a:ext cx="3228638"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A trigger cannot be enabled on a DynamoDB table.</a:t>
            </a:r>
          </a:p>
          <a:p>
            <a:pPr>
              <a:spcAft>
                <a:spcPts val="600"/>
              </a:spcAft>
              <a:defRPr sz="900">
                <a:solidFill>
                  <a:srgbClr val="212121"/>
                </a:solidFill>
                <a:latin typeface="Segoe UI"/>
              </a:defRPr>
            </a:pPr>
            <a:r>
              <a:t>• To create a trigger, a DynamoDB stream should be enabled on the specific DynamoDB table.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A DynamoDB stream cannot be used to create an Amazon SNS topic.</a:t>
            </a:r>
          </a:p>
        </p:txBody>
      </p:sp>
      <p:pic>
        <p:nvPicPr>
          <p:cNvPr id="5" name="Picture 4" descr="option_d.png"/>
          <p:cNvPicPr>
            <a:picLocks noChangeAspect="1"/>
          </p:cNvPicPr>
          <p:nvPr/>
        </p:nvPicPr>
        <p:blipFill>
          <a:blip r:embed="rId2"/>
          <a:stretch>
            <a:fillRect/>
          </a:stretch>
        </p:blipFill>
        <p:spPr>
          <a:xfrm>
            <a:off x="182880" y="914400"/>
            <a:ext cx="5280660"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A DynamoDB stream cannot be used to create an Amazon SNS topic.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E: You can enable DynamoDB Streams on a table to create an event that invokes an AWS Lambda function.</a:t>
            </a:r>
          </a:p>
        </p:txBody>
      </p:sp>
      <p:pic>
        <p:nvPicPr>
          <p:cNvPr id="5" name="Picture 4" descr="option_e.png"/>
          <p:cNvPicPr>
            <a:picLocks noChangeAspect="1"/>
          </p:cNvPicPr>
          <p:nvPr/>
        </p:nvPicPr>
        <p:blipFill>
          <a:blip r:embed="rId2"/>
          <a:stretch>
            <a:fillRect/>
          </a:stretch>
        </p:blipFill>
        <p:spPr>
          <a:xfrm>
            <a:off x="182880" y="914400"/>
            <a:ext cx="5280660"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600"/>
              </a:spcAft>
              <a:defRPr sz="900">
                <a:solidFill>
                  <a:srgbClr val="212121"/>
                </a:solidFill>
                <a:latin typeface="Segoe UI"/>
              </a:defRPr>
            </a:pPr>
            <a:r>
              <a:t>• You can enable DynamoDB Streams on a table to create an event that invokes an AWS Lambda function.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