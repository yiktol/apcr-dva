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5 - Question 4</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An ecommerce company deploys more than 20 services behind Amazon API Gateway. The interaction between services is complex. Each service can potentially call several others, making performance issues and errors difficult to identify. Some individual API calls have experienced slow response times. The development team needs to quickly identify the...</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It is time consuming to examine and compare metric values of various services. The number of CPU or </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Not all services send logs to CloudWatch Logs. It is time consuming to examine a large numbers of di</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Unlike metrics or logs, X-Ray can help users quickly identify services by their relative response ti</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CloudTrail records API calls. CloudTrail is not an application log aggregator, such as CloudWatch Lo</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It is time consuming to examine and compare metric values of various services. The number of CPU or </a:t>
            </a:r>
          </a:p>
        </p:txBody>
      </p:sp>
      <p:pic>
        <p:nvPicPr>
          <p:cNvPr id="5" name="Picture 4" descr="option_a.png"/>
          <p:cNvPicPr>
            <a:picLocks noChangeAspect="1"/>
          </p:cNvPicPr>
          <p:nvPr/>
        </p:nvPicPr>
        <p:blipFill>
          <a:blip r:embed="rId2"/>
          <a:stretch>
            <a:fillRect/>
          </a:stretch>
        </p:blipFill>
        <p:spPr>
          <a:xfrm>
            <a:off x="182880" y="1214709"/>
            <a:ext cx="5303520" cy="323986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It is time consuming to examine and compare metric values of various services</a:t>
            </a:r>
          </a:p>
          <a:p>
            <a:pPr>
              <a:spcAft>
                <a:spcPts val="400"/>
              </a:spcAft>
              <a:defRPr sz="800">
                <a:solidFill>
                  <a:srgbClr val="212121"/>
                </a:solidFill>
                <a:latin typeface="Segoe UI"/>
              </a:defRPr>
            </a:pPr>
            <a:r>
              <a:t>• The number of CPU or network calls a service makes indicates relative work load</a:t>
            </a:r>
          </a:p>
          <a:p>
            <a:pPr>
              <a:spcAft>
                <a:spcPts val="400"/>
              </a:spcAft>
              <a:defRPr sz="800">
                <a:solidFill>
                  <a:srgbClr val="212121"/>
                </a:solidFill>
                <a:latin typeface="Segoe UI"/>
              </a:defRPr>
            </a:pPr>
            <a:r>
              <a:t>• The number of these CPU or network calls does not indicate poor performance</a:t>
            </a:r>
          </a:p>
          <a:p>
            <a:pPr>
              <a:spcAft>
                <a:spcPts val="400"/>
              </a:spcAft>
              <a:defRPr sz="800">
                <a:solidFill>
                  <a:srgbClr val="212121"/>
                </a:solidFill>
                <a:latin typeface="Segoe UI"/>
              </a:defRPr>
            </a:pPr>
            <a:r>
              <a:t>• X-Ray is mainly used to study a service's interaction time with other services</a:t>
            </a:r>
          </a:p>
          <a:p>
            <a:pPr>
              <a:spcAft>
                <a:spcPts val="400"/>
              </a:spcAft>
              <a:defRPr sz="800">
                <a:solidFill>
                  <a:srgbClr val="212121"/>
                </a:solidFill>
                <a:latin typeface="Segoe UI"/>
              </a:defRPr>
            </a:pPr>
            <a:r>
              <a:t>• It has limited utility to diagnose an individual service's performance</a:t>
            </a:r>
          </a:p>
          <a:p>
            <a:pPr>
              <a:spcAft>
                <a:spcPts val="400"/>
              </a:spcAft>
              <a:defRPr sz="800">
                <a:solidFill>
                  <a:srgbClr val="212121"/>
                </a:solidFill>
                <a:latin typeface="Segoe UI"/>
              </a:defRPr>
            </a:pPr>
            <a:r>
              <a:t>• However, X-Ray is excellent at quickly finding poorly performing services within a web of interaction</a:t>
            </a:r>
          </a:p>
          <a:p>
            <a:pPr>
              <a:spcAft>
                <a:spcPts val="400"/>
              </a:spcAft>
              <a:defRPr sz="800">
                <a:solidFill>
                  <a:srgbClr val="212121"/>
                </a:solidFill>
                <a:latin typeface="Segoe UI"/>
              </a:defRPr>
            </a:pPr>
            <a:r>
              <a:t>• CloudWatch metrics and logs can be used to study the targeted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Not all services send logs to CloudWatch Logs. It is time consuming to examine a large numbers of di</a:t>
            </a:r>
          </a:p>
        </p:txBody>
      </p:sp>
      <p:pic>
        <p:nvPicPr>
          <p:cNvPr id="5" name="Picture 4" descr="option_b.png"/>
          <p:cNvPicPr>
            <a:picLocks noChangeAspect="1"/>
          </p:cNvPicPr>
          <p:nvPr/>
        </p:nvPicPr>
        <p:blipFill>
          <a:blip r:embed="rId2"/>
          <a:stretch>
            <a:fillRect/>
          </a:stretch>
        </p:blipFill>
        <p:spPr>
          <a:xfrm>
            <a:off x="182880" y="1195018"/>
            <a:ext cx="5303520" cy="3279242"/>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Not all services send logs to CloudWatch Logs</a:t>
            </a:r>
          </a:p>
          <a:p>
            <a:pPr>
              <a:spcAft>
                <a:spcPts val="400"/>
              </a:spcAft>
              <a:defRPr sz="800">
                <a:solidFill>
                  <a:srgbClr val="212121"/>
                </a:solidFill>
                <a:latin typeface="Segoe UI"/>
              </a:defRPr>
            </a:pPr>
            <a:r>
              <a:t>• It is time consuming to examine a large numbers of different log files</a:t>
            </a:r>
          </a:p>
          <a:p>
            <a:pPr>
              <a:spcAft>
                <a:spcPts val="400"/>
              </a:spcAft>
              <a:defRPr sz="800">
                <a:solidFill>
                  <a:srgbClr val="212121"/>
                </a:solidFill>
                <a:latin typeface="Segoe UI"/>
              </a:defRPr>
            </a:pPr>
            <a:r>
              <a:t>• Log output is application-specific and may not provide any insight into performance issues</a:t>
            </a:r>
          </a:p>
          <a:p>
            <a:pPr>
              <a:spcAft>
                <a:spcPts val="400"/>
              </a:spcAft>
              <a:defRPr sz="800">
                <a:solidFill>
                  <a:srgbClr val="212121"/>
                </a:solidFill>
                <a:latin typeface="Segoe UI"/>
              </a:defRPr>
            </a:pPr>
            <a:r>
              <a:t>• CloudTrail records API calls, not application-level activity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Unlike metrics or logs, X-Ray can help users quickly identify services by their relative response ti</a:t>
            </a:r>
          </a:p>
        </p:txBody>
      </p:sp>
      <p:pic>
        <p:nvPicPr>
          <p:cNvPr id="5" name="Picture 4" descr="option_c.png"/>
          <p:cNvPicPr>
            <a:picLocks noChangeAspect="1"/>
          </p:cNvPicPr>
          <p:nvPr/>
        </p:nvPicPr>
        <p:blipFill>
          <a:blip r:embed="rId2"/>
          <a:stretch>
            <a:fillRect/>
          </a:stretch>
        </p:blipFill>
        <p:spPr>
          <a:xfrm>
            <a:off x="182880" y="914400"/>
            <a:ext cx="2225976"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Unlike metrics or logs</a:t>
            </a:r>
          </a:p>
          <a:p>
            <a:pPr>
              <a:spcAft>
                <a:spcPts val="400"/>
              </a:spcAft>
              <a:defRPr sz="800">
                <a:solidFill>
                  <a:srgbClr val="212121"/>
                </a:solidFill>
                <a:latin typeface="Segoe UI"/>
              </a:defRPr>
            </a:pPr>
            <a:r>
              <a:t>• X-Ray can help users quickly identify services by their relative response times</a:t>
            </a:r>
          </a:p>
          <a:p>
            <a:pPr>
              <a:spcAft>
                <a:spcPts val="400"/>
              </a:spcAft>
              <a:defRPr sz="800">
                <a:solidFill>
                  <a:srgbClr val="212121"/>
                </a:solidFill>
                <a:latin typeface="Segoe UI"/>
              </a:defRPr>
            </a:pPr>
            <a:r>
              <a:t>• X-Ray can identify a poorly performing service from within a web of interacting services</a:t>
            </a:r>
          </a:p>
          <a:p>
            <a:pPr>
              <a:spcAft>
                <a:spcPts val="400"/>
              </a:spcAft>
              <a:defRPr sz="800">
                <a:solidFill>
                  <a:srgbClr val="212121"/>
                </a:solidFill>
                <a:latin typeface="Segoe UI"/>
              </a:defRPr>
            </a:pPr>
            <a:r>
              <a:t>• Once identified, CloudWatch provides the context, including the logs and metrics necessary to study specific issues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CloudTrail records API calls. CloudTrail is not an application log aggregator, such as CloudWatch Lo</a:t>
            </a:r>
          </a:p>
        </p:txBody>
      </p:sp>
      <p:pic>
        <p:nvPicPr>
          <p:cNvPr id="5" name="Picture 4" descr="option_d.png"/>
          <p:cNvPicPr>
            <a:picLocks noChangeAspect="1"/>
          </p:cNvPicPr>
          <p:nvPr/>
        </p:nvPicPr>
        <p:blipFill>
          <a:blip r:embed="rId2"/>
          <a:stretch>
            <a:fillRect/>
          </a:stretch>
        </p:blipFill>
        <p:spPr>
          <a:xfrm>
            <a:off x="182880" y="1212111"/>
            <a:ext cx="5303520" cy="3245056"/>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CloudTrail records API calls</a:t>
            </a:r>
          </a:p>
          <a:p>
            <a:pPr>
              <a:spcAft>
                <a:spcPts val="400"/>
              </a:spcAft>
              <a:defRPr sz="800">
                <a:solidFill>
                  <a:srgbClr val="212121"/>
                </a:solidFill>
                <a:latin typeface="Segoe UI"/>
              </a:defRPr>
            </a:pPr>
            <a:r>
              <a:t>• CloudTrail is not an application log aggregator, such as CloudWatch Logs</a:t>
            </a:r>
          </a:p>
          <a:p>
            <a:pPr>
              <a:spcAft>
                <a:spcPts val="400"/>
              </a:spcAft>
              <a:defRPr sz="800">
                <a:solidFill>
                  <a:srgbClr val="212121"/>
                </a:solidFill>
                <a:latin typeface="Segoe UI"/>
              </a:defRPr>
            </a:pPr>
            <a:r>
              <a:t>• Any API calls that individual services make would be not be likely to affect application performance</a:t>
            </a:r>
          </a:p>
          <a:p>
            <a:pPr>
              <a:spcAft>
                <a:spcPts val="400"/>
              </a:spcAft>
              <a:defRPr sz="800">
                <a:solidFill>
                  <a:srgbClr val="212121"/>
                </a:solidFill>
                <a:latin typeface="Segoe UI"/>
              </a:defRPr>
            </a:pPr>
            <a:r>
              <a:t>• Also, X-Ray is mainly used to study a service's interaction time with other services</a:t>
            </a:r>
          </a:p>
          <a:p>
            <a:pPr>
              <a:spcAft>
                <a:spcPts val="400"/>
              </a:spcAft>
              <a:defRPr sz="800">
                <a:solidFill>
                  <a:srgbClr val="212121"/>
                </a:solidFill>
                <a:latin typeface="Segoe UI"/>
              </a:defRPr>
            </a:pPr>
            <a:r>
              <a:t>• It has limited utility to diagnose an individual service's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