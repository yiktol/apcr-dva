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5 - Question 2</a:t>
            </a:r>
          </a:p>
        </p:txBody>
      </p:sp>
      <p:sp>
        <p:nvSpPr>
          <p:cNvPr id="4" name="TextBox 3"/>
          <p:cNvSpPr txBox="1"/>
          <p:nvPr/>
        </p:nvSpPr>
        <p:spPr>
          <a:xfrm>
            <a:off x="274320" y="685800"/>
            <a:ext cx="6400800" cy="1645920"/>
          </a:xfrm>
          <a:prstGeom prst="rect">
            <a:avLst/>
          </a:prstGeom>
          <a:noFill/>
        </p:spPr>
        <p:txBody>
          <a:bodyPr wrap="square">
            <a:spAutoFit/>
          </a:bodyPr>
          <a:lstStyle/>
          <a:p>
            <a:pPr>
              <a:defRPr sz="1100">
                <a:solidFill>
                  <a:srgbClr val="FFFFFF"/>
                </a:solidFill>
                <a:latin typeface="Segoe UI"/>
              </a:defRPr>
            </a:pPr>
            <a:r>
              <a:t>A developer needs to query a relational database from an AWS Lambda function. The Lambda function will be called frequently. The developer needs to avoid the latency introduced by the initial JDBC connection to the database in subsequent invocations of the Lambda function. How can the developer ensure the database connection is reused by Lambda?</a:t>
            </a:r>
          </a:p>
        </p:txBody>
      </p:sp>
      <p:sp>
        <p:nvSpPr>
          <p:cNvPr id="5" name="Oval 4"/>
          <p:cNvSpPr/>
          <p:nvPr/>
        </p:nvSpPr>
        <p:spPr>
          <a:xfrm>
            <a:off x="365760" y="23774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A</a:t>
            </a:r>
          </a:p>
        </p:txBody>
      </p:sp>
      <p:sp>
        <p:nvSpPr>
          <p:cNvPr id="6" name="TextBox 5"/>
          <p:cNvSpPr txBox="1"/>
          <p:nvPr/>
        </p:nvSpPr>
        <p:spPr>
          <a:xfrm>
            <a:off x="777240" y="2377440"/>
            <a:ext cx="5943600" cy="411480"/>
          </a:xfrm>
          <a:prstGeom prst="rect">
            <a:avLst/>
          </a:prstGeom>
          <a:noFill/>
        </p:spPr>
        <p:txBody>
          <a:bodyPr wrap="square">
            <a:spAutoFit/>
          </a:bodyPr>
          <a:lstStyle/>
          <a:p>
            <a:pPr>
              <a:defRPr sz="1000">
                <a:solidFill>
                  <a:srgbClr val="CCCCCC"/>
                </a:solidFill>
                <a:latin typeface="Segoe UI"/>
              </a:defRPr>
            </a:pPr>
            <a:r>
              <a:t>Database connection details can be stored as an environment variable. However, the developer still needs to initialize t</a:t>
            </a:r>
          </a:p>
        </p:txBody>
      </p:sp>
      <p:sp>
        <p:nvSpPr>
          <p:cNvPr id="7" name="Oval 6"/>
          <p:cNvSpPr/>
          <p:nvPr/>
        </p:nvSpPr>
        <p:spPr>
          <a:xfrm>
            <a:off x="365760" y="28346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B</a:t>
            </a:r>
          </a:p>
        </p:txBody>
      </p:sp>
      <p:sp>
        <p:nvSpPr>
          <p:cNvPr id="8" name="TextBox 7"/>
          <p:cNvSpPr txBox="1"/>
          <p:nvPr/>
        </p:nvSpPr>
        <p:spPr>
          <a:xfrm>
            <a:off x="777240" y="2834640"/>
            <a:ext cx="5943600" cy="411480"/>
          </a:xfrm>
          <a:prstGeom prst="rect">
            <a:avLst/>
          </a:prstGeom>
          <a:noFill/>
        </p:spPr>
        <p:txBody>
          <a:bodyPr wrap="square">
            <a:spAutoFit/>
          </a:bodyPr>
          <a:lstStyle/>
          <a:p>
            <a:pPr>
              <a:defRPr sz="1000">
                <a:solidFill>
                  <a:srgbClr val="CCCCCC"/>
                </a:solidFill>
                <a:latin typeface="Segoe UI"/>
              </a:defRPr>
            </a:pPr>
            <a:r>
              <a:t>The Lambda environment can reuse the same database connection for subsequent invocations when defining the database conn</a:t>
            </a:r>
          </a:p>
        </p:txBody>
      </p:sp>
      <p:sp>
        <p:nvSpPr>
          <p:cNvPr id="9" name="Oval 8"/>
          <p:cNvSpPr/>
          <p:nvPr/>
        </p:nvSpPr>
        <p:spPr>
          <a:xfrm>
            <a:off x="365760" y="32918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C</a:t>
            </a:r>
          </a:p>
        </p:txBody>
      </p:sp>
      <p:sp>
        <p:nvSpPr>
          <p:cNvPr id="10" name="TextBox 9"/>
          <p:cNvSpPr txBox="1"/>
          <p:nvPr/>
        </p:nvSpPr>
        <p:spPr>
          <a:xfrm>
            <a:off x="777240" y="3291840"/>
            <a:ext cx="5943600" cy="411480"/>
          </a:xfrm>
          <a:prstGeom prst="rect">
            <a:avLst/>
          </a:prstGeom>
          <a:noFill/>
        </p:spPr>
        <p:txBody>
          <a:bodyPr wrap="square">
            <a:spAutoFit/>
          </a:bodyPr>
          <a:lstStyle/>
          <a:p>
            <a:pPr>
              <a:defRPr sz="1000">
                <a:solidFill>
                  <a:srgbClr val="CCCCCC"/>
                </a:solidFill>
                <a:latin typeface="Segoe UI"/>
              </a:defRPr>
            </a:pPr>
            <a:r>
              <a:t>Database connection details can be stored in Systems Manager Parameter Store. However, initializing the connection withi</a:t>
            </a:r>
          </a:p>
        </p:txBody>
      </p:sp>
      <p:sp>
        <p:nvSpPr>
          <p:cNvPr id="11" name="Oval 10"/>
          <p:cNvSpPr/>
          <p:nvPr/>
        </p:nvSpPr>
        <p:spPr>
          <a:xfrm>
            <a:off x="365760" y="3749039"/>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D</a:t>
            </a:r>
          </a:p>
        </p:txBody>
      </p:sp>
      <p:sp>
        <p:nvSpPr>
          <p:cNvPr id="12" name="TextBox 11"/>
          <p:cNvSpPr txBox="1"/>
          <p:nvPr/>
        </p:nvSpPr>
        <p:spPr>
          <a:xfrm>
            <a:off x="777240" y="3749039"/>
            <a:ext cx="5943600" cy="411480"/>
          </a:xfrm>
          <a:prstGeom prst="rect">
            <a:avLst/>
          </a:prstGeom>
          <a:noFill/>
        </p:spPr>
        <p:txBody>
          <a:bodyPr wrap="square">
            <a:spAutoFit/>
          </a:bodyPr>
          <a:lstStyle/>
          <a:p>
            <a:pPr>
              <a:defRPr sz="1000">
                <a:solidFill>
                  <a:srgbClr val="CCCCCC"/>
                </a:solidFill>
                <a:latin typeface="Segoe UI"/>
              </a:defRPr>
            </a:pPr>
            <a:r>
              <a:t>Initializing the connection within the handler method will result in it re-initializing each subsequent Lambda function </a:t>
            </a:r>
          </a:p>
        </p:txBody>
      </p:sp>
      <p:sp>
        <p:nvSpPr>
          <p:cNvPr id="13" name="Rounded Rectangle 12"/>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5" name="Picture 14"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Database connection details can be stored as an environment variable. However, the developer still n</a:t>
            </a:r>
          </a:p>
        </p:txBody>
      </p:sp>
      <p:pic>
        <p:nvPicPr>
          <p:cNvPr id="5" name="Picture 4" descr="option_a.png"/>
          <p:cNvPicPr>
            <a:picLocks noChangeAspect="1"/>
          </p:cNvPicPr>
          <p:nvPr/>
        </p:nvPicPr>
        <p:blipFill>
          <a:blip r:embed="rId2"/>
          <a:stretch>
            <a:fillRect/>
          </a:stretch>
        </p:blipFill>
        <p:spPr>
          <a:xfrm>
            <a:off x="182880" y="914400"/>
            <a:ext cx="3228638"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Database connection details can be stored as an environment variable.</a:t>
            </a:r>
          </a:p>
          <a:p>
            <a:pPr>
              <a:spcAft>
                <a:spcPts val="600"/>
              </a:spcAft>
              <a:defRPr sz="900">
                <a:solidFill>
                  <a:srgbClr val="212121"/>
                </a:solidFill>
                <a:latin typeface="Segoe UI"/>
              </a:defRPr>
            </a:pPr>
            <a:r>
              <a:t>• However, the developer still needs to initialize the connection within the code for the connection to be used in queries.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The Lambda environment can reuse the same database connection for subsequent invocations when defini</a:t>
            </a:r>
          </a:p>
        </p:txBody>
      </p:sp>
      <p:pic>
        <p:nvPicPr>
          <p:cNvPr id="5" name="Picture 4" descr="option_b.png"/>
          <p:cNvPicPr>
            <a:picLocks noChangeAspect="1"/>
          </p:cNvPicPr>
          <p:nvPr/>
        </p:nvPicPr>
        <p:blipFill>
          <a:blip r:embed="rId2"/>
          <a:stretch>
            <a:fillRect/>
          </a:stretch>
        </p:blipFill>
        <p:spPr>
          <a:xfrm>
            <a:off x="182880" y="914400"/>
            <a:ext cx="3115683"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600"/>
              </a:spcAft>
              <a:defRPr sz="900">
                <a:solidFill>
                  <a:srgbClr val="212121"/>
                </a:solidFill>
                <a:latin typeface="Segoe UI"/>
              </a:defRPr>
            </a:pPr>
            <a:r>
              <a:t>• The Lambda environment can reuse the same database connection for subsequent invocations when defining the database connection details in the code but outside the handler method.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Database connection details can be stored in Systems Manager Parameter Store. However, initializing </a:t>
            </a:r>
          </a:p>
        </p:txBody>
      </p:sp>
      <p:pic>
        <p:nvPicPr>
          <p:cNvPr id="5" name="Picture 4" descr="option_c.png"/>
          <p:cNvPicPr>
            <a:picLocks noChangeAspect="1"/>
          </p:cNvPicPr>
          <p:nvPr/>
        </p:nvPicPr>
        <p:blipFill>
          <a:blip r:embed="rId2"/>
          <a:stretch>
            <a:fillRect/>
          </a:stretch>
        </p:blipFill>
        <p:spPr>
          <a:xfrm>
            <a:off x="182880" y="914400"/>
            <a:ext cx="5280660"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Database connection details can be stored in Systems Manager Parameter Store.</a:t>
            </a:r>
          </a:p>
          <a:p>
            <a:pPr>
              <a:spcAft>
                <a:spcPts val="600"/>
              </a:spcAft>
              <a:defRPr sz="900">
                <a:solidFill>
                  <a:srgbClr val="212121"/>
                </a:solidFill>
                <a:latin typeface="Segoe UI"/>
              </a:defRPr>
            </a:pPr>
            <a:r>
              <a:t>• However, initializing the connection within the handler method will result in it re-initializing each subsequent Lambda function invocation.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Initializing the connection within the handler method will result in it re-initializing each subsequ</a:t>
            </a:r>
          </a:p>
        </p:txBody>
      </p:sp>
      <p:pic>
        <p:nvPicPr>
          <p:cNvPr id="5" name="Picture 4" descr="option_d.png"/>
          <p:cNvPicPr>
            <a:picLocks noChangeAspect="1"/>
          </p:cNvPicPr>
          <p:nvPr/>
        </p:nvPicPr>
        <p:blipFill>
          <a:blip r:embed="rId2"/>
          <a:stretch>
            <a:fillRect/>
          </a:stretch>
        </p:blipFill>
        <p:spPr>
          <a:xfrm>
            <a:off x="182880" y="914400"/>
            <a:ext cx="3238051"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Initializing the connection within the handler method will result in it re-initializing each subsequent Lambda function invocation.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