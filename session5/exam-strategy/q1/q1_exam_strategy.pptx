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Session 5 - 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8580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 company has an inventory system that receives sporadic inventory updates from a fulfillment system in the form of large JSON files. While many files can be sent in a short time period, days can pass when no files are sent. The company wants to process these files as soon as they arrive. Which solution will meet these requirements?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2377440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Segoe UI"/>
              </a:defRPr>
            </a:pPr>
            <a:r>
              <a:t>Lambda functions can connect to Amazon EFS file systems. However, Amazon EFS file system changes cannot invoke Lambda fu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2834640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Segoe UI"/>
              </a:defRPr>
            </a:pPr>
            <a:r>
              <a:t>Lambda functions can run on a schedule and connect to Amazon EFS file systems. However, a scheduled/polling process woul</a:t>
            </a:r>
          </a:p>
        </p:txBody>
      </p:sp>
      <p:sp>
        <p:nvSpPr>
          <p:cNvPr id="9" name="Oval 8"/>
          <p:cNvSpPr/>
          <p:nvPr/>
        </p:nvSpPr>
        <p:spPr>
          <a:xfrm>
            <a:off x="365760" y="3291840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918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Segoe UI"/>
              </a:defRPr>
            </a:pPr>
            <a:r>
              <a:t>Lambda functions can be invoked from S3 events and can read from S3 buckets. An event-based invocation would allow for t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" y="3749039"/>
            <a:ext cx="274320" cy="274320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49039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CCCCC"/>
                </a:solidFill>
                <a:latin typeface="Segoe UI"/>
              </a:defRPr>
            </a:pPr>
            <a:r>
              <a:t>Lambda functions can run on a schedule and read from S3 buckets. However, a scheduled/polling process would not process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0" y="182880"/>
            <a:ext cx="1828800" cy="2103120"/>
          </a:xfrm>
          <a:prstGeom prst="round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0" y="274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5" name="Picture 14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54864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Lambda functions can connect to Amazon EFS file systems. However, Amazon EFS file system changes can</a:t>
            </a:r>
          </a:p>
        </p:txBody>
      </p:sp>
      <p:pic>
        <p:nvPicPr>
          <p:cNvPr id="5" name="Picture 4" descr="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280660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Lambda functions can connect to Amazon EFS file systems.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However, Amazon EFS file system changes cannot invoke Lambda functions.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Lambda functions can run on a schedule and connect to Amazon EFS file systems. However, a scheduled/</a:t>
            </a:r>
          </a:p>
        </p:txBody>
      </p:sp>
      <p:pic>
        <p:nvPicPr>
          <p:cNvPr id="5" name="Picture 4" descr="optio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280660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Lambda functions can run on a schedule and connect to Amazon EFS file systems.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However, a scheduled/polling process would not process the files as soon as they arrive.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Lambda functions can be invoked from S3 events and can read from S3 buckets. An event-based invocati</a:t>
            </a:r>
          </a:p>
        </p:txBody>
      </p:sp>
      <p:pic>
        <p:nvPicPr>
          <p:cNvPr id="5" name="Picture 4" descr="optio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280660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Lambda functions can be invoked from S3 events and can read from S3 buckets.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An event-based invocation would allow for the S3 objects to be processed as soon as they arrive.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188720" cy="365760"/>
          </a:xfrm>
          <a:prstGeom prst="round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8288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Lambda functions can run on a schedule and read from S3 buckets. However, a scheduled/polling proces</a:t>
            </a:r>
          </a:p>
        </p:txBody>
      </p:sp>
      <p:pic>
        <p:nvPicPr>
          <p:cNvPr id="5" name="Picture 4" descr="option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914400"/>
            <a:ext cx="5280660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004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188720"/>
            <a:ext cx="45720" cy="347472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1188720"/>
            <a:ext cx="2834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Lambda functions can run on a schedule and read from S3 buckets.</a:t>
            </a:r>
          </a:p>
          <a:p>
            <a:pPr>
              <a:spcAft>
                <a:spcPts val="600"/>
              </a:spcAft>
              <a:defRPr sz="900">
                <a:solidFill>
                  <a:srgbClr val="212121"/>
                </a:solidFill>
                <a:latin typeface="Segoe UI"/>
              </a:defRPr>
            </a:pPr>
            <a:r>
              <a:t>• However, a scheduled/polling process would not process the S3 objects as soon as they arrive.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