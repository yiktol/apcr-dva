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5 -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6583680" cy="12801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Segoe UI"/>
              </a:defRPr>
            </a:pPr>
            <a:r>
              <a:t>A company has an inventory system that receives sporadic inventory updates from a fulfillment system in the form of large JSON files. While many files can be sent in a short time period, days can pass when no files are sent. The company wants to process these files as soon as they arrive. Which solution will meet these requirements?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205740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Lambda functions can connect to Amazon EFS file systems. However, Amazon EFS file system changes can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281178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6606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Lambda functions can run on a schedule and connect to Amazon EFS file systems. However, a scheduled/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356616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Lambda functions can be invoked from S3 events and can read from S3 buckets. An event-based invocati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" y="432054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482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Lambda functions can run on a schedule and read from S3 buckets. However, a scheduled/polling proces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Lambda functions can connect to Amazon EFS file systems. However, Amazon EFS file system changes can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81735"/>
            <a:ext cx="5303520" cy="210580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Lambda functions can connect to Amazon EFS file systems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However, Amazon EFS file system changes cannot invoke Lambda functions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Lambda functions can run on a schedule and connect to Amazon EFS file systems. However, a scheduled/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75220"/>
            <a:ext cx="5303520" cy="37188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Lambda functions can run on a schedule and connect to Amazon EFS file systems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However, a scheduled/polling process would not process the files as soon as they arrive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Lambda functions can be invoked from S3 events and can read from S3 buckets. An event-based invocati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05115"/>
            <a:ext cx="5303520" cy="20590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Lambda functions can be invoked from S3 events and can read from S3 buckets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An event-based invocation would allow for the S3 objects to be processed as soon as they arrive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Lambda functions can run on a schedule and read from S3 buckets. However, a scheduled/polling proces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7640"/>
            <a:ext cx="5303520" cy="36539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Lambda functions can run on a schedule and read from S3 buckets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However, a scheduled/polling process would not process the S3 objects as soon as they arrive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