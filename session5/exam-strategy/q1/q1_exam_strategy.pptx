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5 -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company has an inventory system that receives sporadic inventory updates from a fulfillment system in the form of large JSON files. While many files can be sent in a short time period, days can pass when no files are sent. The company wants to process these files as soon as they arrive. Which solution will meet these requirements?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Lambda functions can connect to Amazon EFS file systems. However, Amazon EFS file system changes cannot invoke Lambda fu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Lambda functions can run on a schedule and connect to Amazon EFS file systems. However, a scheduled/polling process woul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Lambda functions can be invoked from S3 events and can read from S3 buckets. An event-based invocation would allow for t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Lambda functions can run on a schedule and read from S3 buckets. However, a scheduled/polling process would not process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Lambda functions can connect to Amazon EFS file systems. However, Amazon EFS file system changes can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86420"/>
            <a:ext cx="5303520" cy="189643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Lambda functions can connect to Amazon EFS file systems.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However, Amazon EFS file system changes cannot invoke Lambda functions.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Lambda functions can run on a schedule and connect to Amazon EFS file systems. However, a scheduled/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17001"/>
            <a:ext cx="5303520" cy="3635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Lambda functions can run on a schedule and connect to Amazon EFS file systems.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However, a scheduled/polling process would not process the files as soon as they arrive.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Lambda functions can be invoked from S3 events and can read from S3 buckets. An event-based invocati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974993"/>
            <a:ext cx="5303520" cy="17192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Lambda functions can be invoked from S3 events and can read from S3 buckets.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An event-based invocation would allow for the S3 objects to be processed as soon as they arrive.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Lambda functions can run on a schedule and read from S3 buckets. However, a scheduled/polling proces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470"/>
            <a:ext cx="5303520" cy="343833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Lambda functions can run on a schedule and read from S3 buckets.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However, a scheduled/polling process would not process the S3 objects as soon as they arrive.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