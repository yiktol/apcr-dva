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5 - Question 3</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builds an application that uses the AWS SDK for Python (Boto3) to query an Amazon DynamoDB table. When the application is tested on an Amazon EC2 instance, the application returns this error message: "An error occurred (AccessDenied) when calling the operation” The EC2 instance is associated with an existing IAM role named myRole. Which set of actions would resolve this error?</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An EC2 instance, or any AWS principal, service, or resource, can only assume one role at a time.</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"AccessDenied" indicates an authorization error related to permissions. Multiple policies can be attached to a single IA</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"AccessDenied" indicates an authorization error related to permissions, not an authentication problem caused by credenti</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"AccessDenied" indicates an authorization error related to permissions, not an authentication problem caused by credenti</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An EC2 instance, or any AWS principal, service, or resource, can only assume one role at a time.</a:t>
            </a:r>
          </a:p>
        </p:txBody>
      </p:sp>
      <p:pic>
        <p:nvPicPr>
          <p:cNvPr id="5" name="Picture 4" descr="option_a.png"/>
          <p:cNvPicPr>
            <a:picLocks noChangeAspect="1"/>
          </p:cNvPicPr>
          <p:nvPr/>
        </p:nvPicPr>
        <p:blipFill>
          <a:blip r:embed="rId2"/>
          <a:stretch>
            <a:fillRect/>
          </a:stretch>
        </p:blipFill>
        <p:spPr>
          <a:xfrm>
            <a:off x="182880" y="914400"/>
            <a:ext cx="510102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An EC2 instance, or any AWS principal, service, or resource, can only assume one role at a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"AccessDenied" indicates an authorization error related to permissions. Multiple policies can be att</a:t>
            </a:r>
          </a:p>
        </p:txBody>
      </p:sp>
      <p:pic>
        <p:nvPicPr>
          <p:cNvPr id="5" name="Picture 4" descr="option_b.png"/>
          <p:cNvPicPr>
            <a:picLocks noChangeAspect="1"/>
          </p:cNvPicPr>
          <p:nvPr/>
        </p:nvPicPr>
        <p:blipFill>
          <a:blip r:embed="rId2"/>
          <a:stretch>
            <a:fillRect/>
          </a:stretch>
        </p:blipFill>
        <p:spPr>
          <a:xfrm>
            <a:off x="182880" y="1337761"/>
            <a:ext cx="5303520" cy="2993756"/>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"AccessDenied" indicates an authorization error related to permissions.</a:t>
            </a:r>
          </a:p>
          <a:p>
            <a:pPr>
              <a:spcAft>
                <a:spcPts val="600"/>
              </a:spcAft>
              <a:defRPr sz="900">
                <a:solidFill>
                  <a:srgbClr val="212121"/>
                </a:solidFill>
                <a:latin typeface="Segoe UI"/>
              </a:defRPr>
            </a:pPr>
            <a:r>
              <a:t>• Multiple policies can be attached to a single IAM role.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"AccessDenied" indicates an authorization error related to permissions, not an authentication proble</a:t>
            </a:r>
          </a:p>
        </p:txBody>
      </p:sp>
      <p:pic>
        <p:nvPicPr>
          <p:cNvPr id="5" name="Picture 4" descr="option_c.png"/>
          <p:cNvPicPr>
            <a:picLocks noChangeAspect="1"/>
          </p:cNvPicPr>
          <p:nvPr/>
        </p:nvPicPr>
        <p:blipFill>
          <a:blip r:embed="rId2"/>
          <a:stretch>
            <a:fillRect/>
          </a:stretch>
        </p:blipFill>
        <p:spPr>
          <a:xfrm>
            <a:off x="182880" y="1072334"/>
            <a:ext cx="5303520" cy="352461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"AccessDenied" indicates an authorization error related to permissions, not an authentication problem caused by credentials.</a:t>
            </a:r>
          </a:p>
          <a:p>
            <a:pPr>
              <a:spcAft>
                <a:spcPts val="600"/>
              </a:spcAft>
              <a:defRPr sz="900">
                <a:solidFill>
                  <a:srgbClr val="212121"/>
                </a:solidFill>
                <a:latin typeface="Segoe UI"/>
              </a:defRPr>
            </a:pPr>
            <a:r>
              <a:t>• The API call is already authenticated.</a:t>
            </a:r>
          </a:p>
          <a:p>
            <a:pPr>
              <a:spcAft>
                <a:spcPts val="600"/>
              </a:spcAft>
              <a:defRPr sz="900">
                <a:solidFill>
                  <a:srgbClr val="212121"/>
                </a:solidFill>
                <a:latin typeface="Segoe UI"/>
              </a:defRPr>
            </a:pPr>
            <a:r>
              <a:t>• Accessing or modifying the location of AWS credentials will have no effect.</a:t>
            </a:r>
          </a:p>
          <a:p>
            <a:pPr>
              <a:spcAft>
                <a:spcPts val="600"/>
              </a:spcAft>
              <a:defRPr sz="900">
                <a:solidFill>
                  <a:srgbClr val="212121"/>
                </a:solidFill>
                <a:latin typeface="Segoe UI"/>
              </a:defRPr>
            </a:pPr>
            <a:r>
              <a:t>• The EC2 instance profile has already performed the assume-role call because the role is already associated with the EC2 instance.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"AccessDenied" indicates an authorization error related to permissions, not an authentication proble</a:t>
            </a:r>
          </a:p>
        </p:txBody>
      </p:sp>
      <p:pic>
        <p:nvPicPr>
          <p:cNvPr id="5" name="Picture 4" descr="option_d.png"/>
          <p:cNvPicPr>
            <a:picLocks noChangeAspect="1"/>
          </p:cNvPicPr>
          <p:nvPr/>
        </p:nvPicPr>
        <p:blipFill>
          <a:blip r:embed="rId2"/>
          <a:stretch>
            <a:fillRect/>
          </a:stretch>
        </p:blipFill>
        <p:spPr>
          <a:xfrm>
            <a:off x="182880" y="1646258"/>
            <a:ext cx="5303520" cy="2376762"/>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"AccessDenied" indicates an authorization error related to permissions, not an authentication problem caused by credentials.</a:t>
            </a:r>
          </a:p>
          <a:p>
            <a:pPr>
              <a:spcAft>
                <a:spcPts val="600"/>
              </a:spcAft>
              <a:defRPr sz="900">
                <a:solidFill>
                  <a:srgbClr val="212121"/>
                </a:solidFill>
                <a:latin typeface="Segoe UI"/>
              </a:defRPr>
            </a:pPr>
            <a:r>
              <a:t>• The API call is already authenticated.</a:t>
            </a:r>
          </a:p>
          <a:p>
            <a:pPr>
              <a:spcAft>
                <a:spcPts val="600"/>
              </a:spcAft>
              <a:defRPr sz="900">
                <a:solidFill>
                  <a:srgbClr val="212121"/>
                </a:solidFill>
                <a:latin typeface="Segoe UI"/>
              </a:defRPr>
            </a:pPr>
            <a:r>
              <a:t>• Accessing or modifying the location of AWS credentials will have no effect.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