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2 - Question 1</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 developer is testing an application locally and has deployed the application to an AWS Lambda function. To avoid exceeding the deployment package size quota, the developer did not include the dependencies in the deployment file. When the developer tests the application remotely, the Lambda function does not run because of missing dependencies. Which solution will resolve this issue?</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Use the Lambda console editor to update the code and include the missing dependencies</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Create an additional .zip file that contains the missing dependencies. Include the .zip file in the original Lambda deployment package.</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Add references to the missing dependencies in the Lambda function's environment variables.</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Create a layer that contains the missing dependencies. Attach the layer to the Lambda function.</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Use the Lambda console editor to update the code and include the missing dependencies</a:t>
            </a:r>
          </a:p>
        </p:txBody>
      </p:sp>
      <p:pic>
        <p:nvPicPr>
          <p:cNvPr id="5" name="Picture 4" descr="option_a.png"/>
          <p:cNvPicPr>
            <a:picLocks noChangeAspect="1"/>
          </p:cNvPicPr>
          <p:nvPr/>
        </p:nvPicPr>
        <p:blipFill>
          <a:blip r:embed="rId2"/>
          <a:stretch>
            <a:fillRect/>
          </a:stretch>
        </p:blipFill>
        <p:spPr>
          <a:xfrm>
            <a:off x="182880" y="914400"/>
            <a:ext cx="3228638"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because this will not necessarily avoid exceeding the deployment package size quota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Create an additional .zip file that contains the missing dependencies. Include the .zip file in the original Lambda deployment package.</a:t>
            </a:r>
          </a:p>
        </p:txBody>
      </p:sp>
      <p:pic>
        <p:nvPicPr>
          <p:cNvPr id="5" name="Picture 4" descr="option_b.png"/>
          <p:cNvPicPr>
            <a:picLocks noChangeAspect="1"/>
          </p:cNvPicPr>
          <p:nvPr/>
        </p:nvPicPr>
        <p:blipFill>
          <a:blip r:embed="rId2"/>
          <a:stretch>
            <a:fillRect/>
          </a:stretch>
        </p:blipFill>
        <p:spPr>
          <a:xfrm>
            <a:off x="182880" y="914400"/>
            <a:ext cx="3228638"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because this will not necessarily avoid exceeding the deployment package size quota.</a:t>
            </a:r>
          </a:p>
          <a:p>
            <a:pPr>
              <a:spcAft>
                <a:spcPts val="600"/>
              </a:spcAft>
              <a:defRPr sz="900">
                <a:solidFill>
                  <a:srgbClr val="212121"/>
                </a:solidFill>
                <a:latin typeface="Segoe UI"/>
              </a:defRPr>
            </a:pPr>
            <a:r>
              <a:t>• Even when you zip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Add references to the missing dependencies in the Lambda function's environment variables.</a:t>
            </a:r>
          </a:p>
        </p:txBody>
      </p:sp>
      <p:pic>
        <p:nvPicPr>
          <p:cNvPr id="5" name="Picture 4" descr="option_c.png"/>
          <p:cNvPicPr>
            <a:picLocks noChangeAspect="1"/>
          </p:cNvPicPr>
          <p:nvPr/>
        </p:nvPicPr>
        <p:blipFill>
          <a:blip r:embed="rId2"/>
          <a:stretch>
            <a:fillRect/>
          </a:stretch>
        </p:blipFill>
        <p:spPr>
          <a:xfrm>
            <a:off x="182880" y="914400"/>
            <a:ext cx="3228638"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because Lambda environment variables are pairs of strings that is stored in a function's version-specific configuration.</a:t>
            </a:r>
          </a:p>
          <a:p>
            <a:pPr>
              <a:spcAft>
                <a:spcPts val="600"/>
              </a:spcAft>
              <a:defRPr sz="900">
                <a:solidFill>
                  <a:srgbClr val="212121"/>
                </a:solidFill>
                <a:latin typeface="Segoe UI"/>
              </a:defRPr>
            </a:pPr>
            <a:r>
              <a:t>• The Lambda runtime makes environment variables available to your code and sets additional environment variables that contain information about the function and invocation request.</a:t>
            </a:r>
          </a:p>
          <a:p>
            <a:pPr>
              <a:spcAft>
                <a:spcPts val="600"/>
              </a:spcAft>
              <a:defRPr sz="900">
                <a:solidFill>
                  <a:srgbClr val="212121"/>
                </a:solidFill>
                <a:latin typeface="Segoe UI"/>
              </a:defRPr>
            </a:pPr>
            <a:r>
              <a:t>• They’re not meant to store missing dependencies.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Create a layer that contains the missing dependencies. Attach the layer to the Lambda function.</a:t>
            </a:r>
          </a:p>
        </p:txBody>
      </p:sp>
      <p:pic>
        <p:nvPicPr>
          <p:cNvPr id="5" name="Picture 4" descr="option_d.png"/>
          <p:cNvPicPr>
            <a:picLocks noChangeAspect="1"/>
          </p:cNvPicPr>
          <p:nvPr/>
        </p:nvPicPr>
        <p:blipFill>
          <a:blip r:embed="rId2"/>
          <a:stretch>
            <a:fillRect/>
          </a:stretch>
        </p:blipFill>
        <p:spPr>
          <a:xfrm>
            <a:off x="182880" y="914400"/>
            <a:ext cx="3115683"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You can configure an AWS Lambda function to pull in additional code and content in the form of layers.</a:t>
            </a:r>
          </a:p>
          <a:p>
            <a:pPr>
              <a:spcAft>
                <a:spcPts val="600"/>
              </a:spcAft>
              <a:defRPr sz="900">
                <a:solidFill>
                  <a:srgbClr val="212121"/>
                </a:solidFill>
                <a:latin typeface="Segoe UI"/>
              </a:defRPr>
            </a:pPr>
            <a:r>
              <a:t>• A layer is a .zip file archive that contains libraries, a custom runtime, or other dependencies.</a:t>
            </a:r>
          </a:p>
          <a:p>
            <a:pPr>
              <a:spcAft>
                <a:spcPts val="600"/>
              </a:spcAft>
              <a:defRPr sz="900">
                <a:solidFill>
                  <a:srgbClr val="212121"/>
                </a:solidFill>
                <a:latin typeface="Segoe UI"/>
              </a:defRPr>
            </a:pPr>
            <a:r>
              <a:t>• With layers, you can use libraries in a Lambda function without needing to include the libraries in a deployment package.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