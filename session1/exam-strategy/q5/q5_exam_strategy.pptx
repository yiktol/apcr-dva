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1 -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developer has built a three-tier application and needs to verify security group rules that have been setup by a security engineer: Presentation Tier - Accessed by users over the web, protected by the security group, presentation-sg Logic Tier - RESTful API accessed from the Presentation Tier via https, protected by the security group, logic-sg Data Tier - SQL Server database accessed over port 1433 from the Logic Tier, protected by the security group, data-sg What combination of the followi...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presentation-sg: Allow ports 80 and 443 from 0.0.0.0/0 - This rule allows access to the Presentation Tier over the web via HTTP (port 80) and HTTPS (port 443) from anywhere.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data-sg: Allow port 1433 from logic-sg - This rule allows access to the Data Tier SQL Server database from the Logic Tier via port 1433, as required by the application architecture.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presentation-sg: Allow port 1433 from data-sg - This rule would allow access from the Data Tier to the Presentation Tier, which is not necessary for the application's functionality.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42062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logic-sg: Allow port 443 from presentation-sg - This rule allows access to the Logic Tier RESTful API from the Presentation Tier via HTTPS (port 443).</a:t>
            </a:r>
          </a:p>
        </p:txBody>
      </p:sp>
      <p:sp>
        <p:nvSpPr>
          <p:cNvPr id="15" name="Oval 14"/>
          <p:cNvSpPr/>
          <p:nvPr/>
        </p:nvSpPr>
        <p:spPr>
          <a:xfrm>
            <a:off x="365760" y="4663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logic-sg: Allow port 443 from 0.0.0.0/0 - This rule would allow access to the Logic Tier RESTful API over HTTPS from anywhere, which may not align with the desired security posture.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9" name="Picture 18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presentation-sg: Allow ports 80 and 443 from 0.0.0.0/0 - This rule allows access to the Presentation Tier over the web via HTTP (port 80) and HTTPS (port 443) from anywhere.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96052"/>
            <a:ext cx="5303520" cy="327717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presentation-sg: Allow ports 80 and 443 from 0.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0.0.0/0 - This rule allows access to the Presentation Tier over the web via HTTP (port 80) and HTTPS (port 443) from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41247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data-sg: Allow port 1433 from presentation-sg - This rule would allow access from the Presentation Tier to the Data Tier's SQL Server database, which is not the desired configuration according to the application's architecture.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data-sg: Allow port 1433 from logic-sg - This rule allows access to the Data Tier SQL Server database from the Logic Tier via port 1433, as required by the application architecture.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0642"/>
            <a:ext cx="5303520" cy="36279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data-sg: Allow port 1433 from logic-sg - This rule allows access to the Data Tier SQL Server database from the Logic Tier via port 1433, as required by the application architecture.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presentation-sg: Allow port 1433 from data-sg - This rule would allow access from the Data Tier to the Presentation Tier, which is not necessary for the application's functionality.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6523"/>
            <a:ext cx="5303520" cy="28562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presentation-sg: Allow port 1433 from data-sg - This rule would allow access from the Data Tier to the Presentation Tier, which is not necessary for the application's functionality.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logic-sg: Allow port 443 from presentation-sg - This rule allows access to the Logic Tier RESTful API from the Presentation Tier via HTTPS (port 443).</a:t>
            </a:r>
          </a:p>
        </p:txBody>
      </p:sp>
      <p:pic>
        <p:nvPicPr>
          <p:cNvPr id="5" name="Picture 4" descr="option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06378"/>
            <a:ext cx="5303520" cy="345652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logic-sg: Allow port 443 from presentation-sg - This rule allows access to the Logic Tier RESTful API from the Presentation Tier via HTTPS (port 443).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F: logic-sg: Allow port 443 from 0.0.0.0/0 - This rule would allow access to the Logic Tier RESTful API over HTTPS from anywhere, which may not align with the desired security posture.</a:t>
            </a:r>
          </a:p>
        </p:txBody>
      </p:sp>
      <p:pic>
        <p:nvPicPr>
          <p:cNvPr id="5" name="Picture 4" descr="option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48281"/>
            <a:ext cx="5303520" cy="277271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logic-sg: Allow port 443 from 0.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0.0.0/0 - This rule would allow access to the Logic Tier RESTful API over HTTPS from anywhere, which may not align with the desired security posture.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