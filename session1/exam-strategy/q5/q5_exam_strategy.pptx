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88E5"/>
                </a:solidFill>
                <a:latin typeface="Segoe UI"/>
              </a:defRPr>
            </a:pPr>
            <a:r>
              <a:t>Session 1 - Question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A developer has built a three-tier application and needs to verify security group rules that have been setup by a security engineer: Presentation Tier - Accessed by users over the web, protected by the security group, presentation-sg Logic Tier - RESTful API accessed from the Presentation Tier via https, protected by the security group, logic-sg Data Tier - SQL Server database accessed over port 1433 from the Logic Tier, protected by the security group, data-sg What combination of the followi...</a:t>
            </a:r>
          </a:p>
        </p:txBody>
      </p:sp>
      <p:sp>
        <p:nvSpPr>
          <p:cNvPr id="5" name="Oval 4"/>
          <p:cNvSpPr/>
          <p:nvPr/>
        </p:nvSpPr>
        <p:spPr>
          <a:xfrm>
            <a:off x="365760" y="23774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presentation-sg: Allow ports 80 and 443 from 0.0.0.0/0 - This rule allows access to the Presentation Tier over the web via HTTP (port 80) and HTTPS (port 443) from anywhere.</a:t>
            </a:r>
          </a:p>
        </p:txBody>
      </p:sp>
      <p:sp>
        <p:nvSpPr>
          <p:cNvPr id="7" name="Oval 6"/>
          <p:cNvSpPr/>
          <p:nvPr/>
        </p:nvSpPr>
        <p:spPr>
          <a:xfrm>
            <a:off x="365760" y="28346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data-sg: Allow port 1433 from presentation-sg - This rule would allow access from the Presentation Tier to the Data Tier's SQL Server database, which is not the desired configuration according to the application's architecture.</a:t>
            </a:r>
          </a:p>
        </p:txBody>
      </p:sp>
      <p:sp>
        <p:nvSpPr>
          <p:cNvPr id="9" name="Oval 8"/>
          <p:cNvSpPr/>
          <p:nvPr/>
        </p:nvSpPr>
        <p:spPr>
          <a:xfrm>
            <a:off x="365760" y="32918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data-sg: Allow port 1433 from logic-sg - This rule allows access to the Data Tier SQL Server database from the Logic Tier via port 1433, as required by the application architecture.</a:t>
            </a:r>
          </a:p>
        </p:txBody>
      </p:sp>
      <p:sp>
        <p:nvSpPr>
          <p:cNvPr id="11" name="Oval 10"/>
          <p:cNvSpPr/>
          <p:nvPr/>
        </p:nvSpPr>
        <p:spPr>
          <a:xfrm>
            <a:off x="365760" y="3749039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presentation-sg: Allow port 1433 from data-sg - This rule would allow access from the Data Tier to the Presentation Tier, which is not necessary for the application's functionality.</a:t>
            </a:r>
          </a:p>
        </p:txBody>
      </p:sp>
      <p:sp>
        <p:nvSpPr>
          <p:cNvPr id="13" name="Oval 12"/>
          <p:cNvSpPr/>
          <p:nvPr/>
        </p:nvSpPr>
        <p:spPr>
          <a:xfrm>
            <a:off x="365760" y="42062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logic-sg: Allow port 443 from presentation-sg - This rule allows access to the Logic Tier RESTful API from the Presentation Tier via HTTPS (port 443).</a:t>
            </a:r>
          </a:p>
        </p:txBody>
      </p:sp>
      <p:sp>
        <p:nvSpPr>
          <p:cNvPr id="15" name="Oval 14"/>
          <p:cNvSpPr/>
          <p:nvPr/>
        </p:nvSpPr>
        <p:spPr>
          <a:xfrm>
            <a:off x="365760" y="46634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logic-sg: Allow port 443 from 0.0.0.0/0 - This rule would allow access to the Logic Tier RESTful API over HTTPS from anywhere, which may not align with the desired security posture.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182880"/>
            <a:ext cx="1828800" cy="21031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274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Segoe UI"/>
              </a:defRPr>
            </a:pPr>
            <a:r>
              <a:t>⏱ TIME</a:t>
            </a:r>
          </a:p>
        </p:txBody>
      </p:sp>
      <p:pic>
        <p:nvPicPr>
          <p:cNvPr id="19" name="Picture 18" descr="countdown_2m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54864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A: presentation-sg: Allow ports 80 and 443 from 0.0.0.0/0 - This rule allows access to the Presentation Tier over the web via HTTP (port 80) and HTTPS (port 443) from anywhere.</a:t>
            </a:r>
          </a:p>
        </p:txBody>
      </p:sp>
      <p:pic>
        <p:nvPicPr>
          <p:cNvPr id="5" name="Picture 4" descr="optio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3115683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presentation-sg: Allow ports 80 and 443 from 0.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0.0.0/0 - This rule allows access to the Presentation Tier over the web via HTTP (port 80) and HTTPS (port 443) from anywhere.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B: data-sg: Allow port 1433 from presentation-sg - This rule would allow access from the Presentation Tier to the Data Tier's SQL Server database, which is not the desired configuration according to the application's architecture.</a:t>
            </a:r>
          </a:p>
        </p:txBody>
      </p:sp>
      <p:pic>
        <p:nvPicPr>
          <p:cNvPr id="5" name="Picture 4" descr="option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3228638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data-sg: Allow port 1433 from presentation-sg - This rule would allow access from the Presentation Tier to the Data Tier's SQL Server database, which is not the desired configuration according to the application's architecture.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C: data-sg: Allow port 1433 from logic-sg - This rule allows access to the Data Tier SQL Server database from the Logic Tier via port 1433, as required by the application architecture.</a:t>
            </a:r>
          </a:p>
        </p:txBody>
      </p:sp>
      <p:pic>
        <p:nvPicPr>
          <p:cNvPr id="5" name="Picture 4" descr="option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3115683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data-sg: Allow port 1433 from logic-sg - This rule allows access to the Data Tier SQL Server database from the Logic Tier via port 1433, as required by the application architecture.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D: presentation-sg: Allow port 1433 from data-sg - This rule would allow access from the Data Tier to the Presentation Tier, which is not necessary for the application's functionality.</a:t>
            </a:r>
          </a:p>
        </p:txBody>
      </p:sp>
      <p:pic>
        <p:nvPicPr>
          <p:cNvPr id="5" name="Picture 4" descr="option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3238051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presentation-sg: Allow port 1433 from data-sg - This rule would allow access from the Data Tier to the Presentation Tier, which is not necessary for the application's functionality.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E: logic-sg: Allow port 443 from presentation-sg - This rule allows access to the Logic Tier RESTful API from the Presentation Tier via HTTPS (port 443).</a:t>
            </a:r>
          </a:p>
        </p:txBody>
      </p:sp>
      <p:pic>
        <p:nvPicPr>
          <p:cNvPr id="5" name="Picture 4" descr="option_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3115683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logic-sg: Allow port 443 from presentation-sg - This rule allows access to the Logic Tier RESTful API from the Presentation Tier via HTTPS (port 443).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F: logic-sg: Allow port 443 from 0.0.0.0/0 - This rule would allow access to the Logic Tier RESTful API over HTTPS from anywhere, which may not align with the desired security posture.</a:t>
            </a:r>
          </a:p>
        </p:txBody>
      </p:sp>
      <p:pic>
        <p:nvPicPr>
          <p:cNvPr id="5" name="Picture 4" descr="option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320040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logic-sg: Allow port 443 from 0.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0.0.0/0 - This rule would allow access to the Logic Tier RESTful API over HTTPS from anywhere, which may not align with the desired security posture.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