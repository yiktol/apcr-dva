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1 -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As a developer you are tasked with creating an application so that your customers can leverage your microservices by making HTTP API calls. Your goal is to create an event-driven architecture to support this application. What combination of AWS Services can you use so that your customers can make the HTTP API calls, serverless compute containing...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Amazon CloudWatch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56032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Amazon API Gateway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063239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AWS Secrets Manager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356616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20440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406908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AWS Lambda</a:t>
            </a:r>
          </a:p>
        </p:txBody>
      </p:sp>
      <p:sp>
        <p:nvSpPr>
          <p:cNvPr id="15" name="Oval 14"/>
          <p:cNvSpPr/>
          <p:nvPr/>
        </p:nvSpPr>
        <p:spPr>
          <a:xfrm>
            <a:off x="274320" y="4571999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26279"/>
            <a:ext cx="6400800" cy="484631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AWS Elastic Beanstalk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9" name="Picture 18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Amazon CloudWatch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76869"/>
            <a:ext cx="5303520" cy="31155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While Amazon CloudWatch is a monitoring service for AWS resources and applications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Not directly related to creating an event-driven architecture for handling HTTP API calls and persistently storing microservices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Amazon API Gateway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00378"/>
            <a:ext cx="5303520" cy="1668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Amazon API Gateway allows you to create, publish, maintain, monitor, and secure APIs at any scale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It enables customers to make HTTP API calls to interact with your application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AWS Secrets Manager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49357"/>
            <a:ext cx="5303520" cy="35705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AWS Secrets Manager is a service that helps you protect access to your applications, services, and IT resources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While it plays a crucial role in managing secrets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Not directly involved in creating an event-driven architecture for handling HTTP API calls and persistently storing microservices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Amazon DynamoDB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39679"/>
            <a:ext cx="5303520" cy="1589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Amazon DynamoDB is a fully managed NoSQL database service that provides fast and predictable performance with seamless scalability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It can persistently store the microservices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AWS Lambda</a:t>
            </a:r>
          </a:p>
        </p:txBody>
      </p:sp>
      <p:pic>
        <p:nvPicPr>
          <p:cNvPr id="5" name="Picture 4" descr="option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974762"/>
            <a:ext cx="5303520" cy="1719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AWS Lambda is a serverless compute service that runs your code in response to events and automatically scales to handle them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It can contain the business logic processes for handling the incoming API calls without provisioning or managing servers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F: AWS Elastic Beanstalk</a:t>
            </a:r>
          </a:p>
        </p:txBody>
      </p:sp>
      <p:pic>
        <p:nvPicPr>
          <p:cNvPr id="5" name="Picture 4" descr="option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08534"/>
            <a:ext cx="5303520" cy="34522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AWS Elastic Beanstalk is an easy-to-use service for deploying and scaling web applications and services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Not specifically designed for creating event-driven architectures or handling HTTP API calls and persistently storing microservices data in a serverless manner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