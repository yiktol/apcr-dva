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Session 1 - Question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6583680" cy="12801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Segoe UI"/>
              </a:defRPr>
            </a:pPr>
            <a:r>
              <a:t>A security engineer attached the following IAM policy to a developer's IAM user account: { "Version": "2012-10-17", "Statement": { "Effect": "Allow", "Action": "dynamodb:GetItem", "Resource": "*", "Condition": { "DateGreaterThan": { "aws:CurrentTime": "2020-07-01T00:00:00Z" }, "DateLessThan": { "aws:CurrentTime": "2020-12-31T23:59:59Z" }, "Strin...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2057400"/>
            <a:ext cx="201168" cy="20116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0" cy="736092"/>
          </a:xfrm>
          <a:prstGeom prst="rect">
            <a:avLst/>
          </a:prstGeom>
          <a:noFill/>
        </p:spPr>
        <p:txBody>
          <a:bodyPr wrap="square" tIns="25400" bIns="0" lIns="0">
            <a:spAutoFit/>
          </a:bodyPr>
          <a:lstStyle/>
          <a:p>
            <a:pPr>
              <a:defRPr sz="800">
                <a:solidFill>
                  <a:srgbClr val="CCCCCC"/>
                </a:solidFill>
                <a:latin typeface="Segoe UI"/>
              </a:defRPr>
            </a:pPr>
            <a:r>
              <a:t>Access is allowed on or between July 1, 2020, and December 31, 2020 (UTC)...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2811780"/>
            <a:ext cx="201168" cy="20116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66060"/>
            <a:ext cx="6400800" cy="736092"/>
          </a:xfrm>
          <a:prstGeom prst="rect">
            <a:avLst/>
          </a:prstGeom>
          <a:noFill/>
        </p:spPr>
        <p:txBody>
          <a:bodyPr wrap="square" tIns="25400" bIns="0" lIns="0">
            <a:spAutoFit/>
          </a:bodyPr>
          <a:lstStyle/>
          <a:p>
            <a:pPr>
              <a:defRPr sz="800">
                <a:solidFill>
                  <a:srgbClr val="CCCCCC"/>
                </a:solidFill>
                <a:latin typeface="Segoe UI"/>
              </a:defRPr>
            </a:pPr>
            <a:r>
              <a:t>Access is allowed on or between July 1, 2020, and December 31, 2020 (UTC)...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3566160"/>
            <a:ext cx="201168" cy="20116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6400800" cy="736092"/>
          </a:xfrm>
          <a:prstGeom prst="rect">
            <a:avLst/>
          </a:prstGeom>
          <a:noFill/>
        </p:spPr>
        <p:txBody>
          <a:bodyPr wrap="square" tIns="25400" bIns="0" lIns="0">
            <a:spAutoFit/>
          </a:bodyPr>
          <a:lstStyle/>
          <a:p>
            <a:pPr>
              <a:defRPr sz="800">
                <a:solidFill>
                  <a:srgbClr val="CCCCCC"/>
                </a:solidFill>
                <a:latin typeface="Segoe UI"/>
              </a:defRPr>
            </a:pPr>
            <a:r>
              <a:t>Access is allowed on or between July 1, 2020, and December 31, 2020 (UTC)...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4320540"/>
            <a:ext cx="201168" cy="20116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74820"/>
            <a:ext cx="6400800" cy="736092"/>
          </a:xfrm>
          <a:prstGeom prst="rect">
            <a:avLst/>
          </a:prstGeom>
          <a:noFill/>
        </p:spPr>
        <p:txBody>
          <a:bodyPr wrap="square" tIns="25400" bIns="0" lIns="0">
            <a:spAutoFit/>
          </a:bodyPr>
          <a:lstStyle/>
          <a:p>
            <a:pPr>
              <a:defRPr sz="800">
                <a:solidFill>
                  <a:srgbClr val="CCCCCC"/>
                </a:solidFill>
                <a:latin typeface="Segoe UI"/>
              </a:defRPr>
            </a:pPr>
            <a:r>
              <a:t>Access is allowed on or between July 1, 2020, and December 31, 2020 (UTC)...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82880"/>
            <a:ext cx="1828800" cy="21031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5" name="Picture 14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54864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Access is allowed on or between July 1, 2020, and December 31, 2020 (UTC), and if the request is initiated from vpc-111bbb22 - This option specifies that access to GetItem is allowed only if the request is initiated from the specified VPC within the specified time frame.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74011"/>
            <a:ext cx="5303520" cy="35212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  <a:p>
            <a:pPr>
              <a:spcAft>
                <a:spcPts val="400"/>
              </a:spcAft>
              <a:defRPr sz="800">
                <a:solidFill>
                  <a:srgbClr val="212121"/>
                </a:solidFill>
                <a:latin typeface="Segoe UI"/>
              </a:defRPr>
            </a:pPr>
            <a:r>
              <a:t>• Access is allowed on or between July 1, 2020, and December 31, 2020 (UTC), and if the request is initiated from vpc-111bbb22 - This option specifies that access to GetItem is allowed only if the request is initiated from the specified VPC within the specified time frame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Access is allowed on or between July 1, 2020, and December 31, 2020 (UTC), or if the request is initiated from vpc-111bbb22 - This option implies that access is granted if either the time condition or the VPC condition is met, which does not align with the IAM policy provided.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4595630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400"/>
              </a:spcAft>
              <a:defRPr sz="800">
                <a:solidFill>
                  <a:srgbClr val="212121"/>
                </a:solidFill>
                <a:latin typeface="Segoe UI"/>
              </a:defRPr>
            </a:pPr>
            <a:r>
              <a:t>• Access is allowed on or between July 1, 2020, and December 31, 2020 (UTC), or if the request is initiated from vpc-111bbb22 - This option implies that access is granted if either the time condition or the VPC condition is met</a:t>
            </a:r>
          </a:p>
          <a:p>
            <a:pPr>
              <a:spcAft>
                <a:spcPts val="400"/>
              </a:spcAft>
              <a:defRPr sz="800">
                <a:solidFill>
                  <a:srgbClr val="212121"/>
                </a:solidFill>
                <a:latin typeface="Segoe UI"/>
              </a:defRPr>
            </a:pPr>
            <a:r>
              <a:t>• Does not align with the IAM policy provided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Access is allowed on or between July 1, 2020, and December 31, 2020 (UTC), and if the request uses a VPC endpoint in vpc-111bbb22 - This option introduces the concept of a VPC endpoint, which is not mentioned in the IAM policy.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4022366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400"/>
              </a:spcAft>
              <a:defRPr sz="800">
                <a:solidFill>
                  <a:srgbClr val="212121"/>
                </a:solidFill>
                <a:latin typeface="Segoe UI"/>
              </a:defRPr>
            </a:pPr>
            <a:r>
              <a:t>• Access is allowed on or between July 1, 2020, and December 31, 2020 (UTC), and if the request uses a VPC endpoint in vpc-111bbb22 - This option introduces the concept of a VPC endpoint</a:t>
            </a:r>
          </a:p>
          <a:p>
            <a:pPr>
              <a:spcAft>
                <a:spcPts val="400"/>
              </a:spcAft>
              <a:defRPr sz="800">
                <a:solidFill>
                  <a:srgbClr val="212121"/>
                </a:solidFill>
                <a:latin typeface="Segoe UI"/>
              </a:defRPr>
            </a:pPr>
            <a:r>
              <a:t>• Is not mentioned in the IAM policy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Access is allowed on or between July 1, 2020, and December 31, 2020 (UTC), or if the request uses a VPC endpoint in vpc-111bbb22 - Similar to option C, this option also introduces the concept of a VPC endpoint, which is not specified in the IAM policy.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3681685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400"/>
              </a:spcAft>
              <a:defRPr sz="800">
                <a:solidFill>
                  <a:srgbClr val="212121"/>
                </a:solidFill>
                <a:latin typeface="Segoe UI"/>
              </a:defRPr>
            </a:pPr>
            <a:r>
              <a:t>• Access is allowed on or between July 1, 2020, and December 31, 2020 (UTC), or if the request uses a VPC endpoint in vpc-111bbb22 - Similar to option C, this option also introduces the concept of a VPC endpoint</a:t>
            </a:r>
          </a:p>
          <a:p>
            <a:pPr>
              <a:spcAft>
                <a:spcPts val="400"/>
              </a:spcAft>
              <a:defRPr sz="800">
                <a:solidFill>
                  <a:srgbClr val="212121"/>
                </a:solidFill>
                <a:latin typeface="Segoe UI"/>
              </a:defRPr>
            </a:pPr>
            <a:r>
              <a:t>• Is not specified in the IAM policy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