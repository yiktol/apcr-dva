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88E5"/>
                </a:solidFill>
                <a:latin typeface="Segoe UI"/>
              </a:defRPr>
            </a:pPr>
            <a:r>
              <a:t>Session 1 - Question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A security engineer attached the following IAM policy to a developer's IAM user account: { "Version": "2012-10-17", "Statement": { "Effect": "Allow", "Action": "dynamodb:GetItem", "Resource": "*", "Condition": { "DateGreaterThan": { "aws:CurrentTime": "2020-07-01T00:00:00Z" }, "DateLessThan": { "aws:CurrentTime": "2020-12-31T23:59:59Z" }, "StringEquals": { "aws:SourceVpc": "vpc-111bbb22" } } } } Which permission will the developer have for using GetItem?</a:t>
            </a:r>
          </a:p>
        </p:txBody>
      </p:sp>
      <p:sp>
        <p:nvSpPr>
          <p:cNvPr id="5" name="Oval 4"/>
          <p:cNvSpPr/>
          <p:nvPr/>
        </p:nvSpPr>
        <p:spPr>
          <a:xfrm>
            <a:off x="365760" y="23774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Access is allowed on or between July 1, 2020, and December 31, 2020 (UTC), and if the request is initiated from vpc-111bbb22 - This option specifies that access to GetItem is allowed only if the request is initiated from the specified VPC within the specified time frame.</a:t>
            </a:r>
          </a:p>
        </p:txBody>
      </p:sp>
      <p:sp>
        <p:nvSpPr>
          <p:cNvPr id="7" name="Oval 6"/>
          <p:cNvSpPr/>
          <p:nvPr/>
        </p:nvSpPr>
        <p:spPr>
          <a:xfrm>
            <a:off x="365760" y="28346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Access is allowed on or between July 1, 2020, and December 31, 2020 (UTC), or if the request is initiated from vpc-111bbb22 - This option implies that access is granted if either the time condition or the VPC condition is met, which does not align with the IAM policy provided.</a:t>
            </a:r>
          </a:p>
        </p:txBody>
      </p:sp>
      <p:sp>
        <p:nvSpPr>
          <p:cNvPr id="9" name="Oval 8"/>
          <p:cNvSpPr/>
          <p:nvPr/>
        </p:nvSpPr>
        <p:spPr>
          <a:xfrm>
            <a:off x="365760" y="32918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Access is allowed on or between July 1, 2020, and December 31, 2020 (UTC), and if the request uses a VPC endpoint in vpc-111bbb22 - This option introduces the concept of a VPC endpoint, which is not mentioned in the IAM policy.</a:t>
            </a:r>
          </a:p>
        </p:txBody>
      </p:sp>
      <p:sp>
        <p:nvSpPr>
          <p:cNvPr id="11" name="Oval 10"/>
          <p:cNvSpPr/>
          <p:nvPr/>
        </p:nvSpPr>
        <p:spPr>
          <a:xfrm>
            <a:off x="365760" y="3749039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49039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Access is allowed on or between July 1, 2020, and December 31, 2020 (UTC), or if the request uses a VPC endpoint in vpc-111bbb22 - Similar to option C, this option also introduces the concept of a VPC endpoint, which is not specified in the IAM policy.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82880"/>
            <a:ext cx="1828800" cy="21031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274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Segoe UI"/>
              </a:defRPr>
            </a:pPr>
            <a:r>
              <a:t>⏱ TIME</a:t>
            </a:r>
          </a:p>
        </p:txBody>
      </p:sp>
      <p:pic>
        <p:nvPicPr>
          <p:cNvPr id="15" name="Picture 14" descr="countdown_2mi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54864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A: Access is allowed on or between July 1, 2020, and December 31, 2020 (UTC), and if the request is initiated from vpc-111bbb22 - This option specifies that access to GetItem is allowed only if the request is initiated from the specified VPC within the specified time frame.</a:t>
            </a:r>
          </a:p>
        </p:txBody>
      </p:sp>
      <p:pic>
        <p:nvPicPr>
          <p:cNvPr id="5" name="Picture 4" descr="option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4318425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Access is allowed on or between July 1, 2020, and December 31, 2020 (UTC), and if the request is initiated from vpc-111bbb22 - This option specifies that access to GetItem is allowed only if the request is initiated from the specified VPC within the specified time frame.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B: Access is allowed on or between July 1, 2020, and December 31, 2020 (UTC), or if the request is initiated from vpc-111bbb22 - This option implies that access is granted if either the time condition or the VPC condition is met, which does not align with the IAM policy provided.</a:t>
            </a:r>
          </a:p>
        </p:txBody>
      </p:sp>
      <p:pic>
        <p:nvPicPr>
          <p:cNvPr id="5" name="Picture 4" descr="option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4918024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Access is allowed on or between July 1, 2020, and December 31, 2020 (UTC), or if the request is initiated from vpc-111bbb22 - This option implies that access is granted if either the time condition or the VPC condition is met, which does not align with the IAM policy provided.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C: Access is allowed on or between July 1, 2020, and December 31, 2020 (UTC), and if the request uses a VPC endpoint in vpc-111bbb22 - This option introduces the concept of a VPC endpoint, which is not mentioned in the IAM policy.</a:t>
            </a:r>
          </a:p>
        </p:txBody>
      </p:sp>
      <p:pic>
        <p:nvPicPr>
          <p:cNvPr id="5" name="Picture 4" descr="option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4692879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Access is allowed on or between July 1, 2020, and December 31, 2020 (UTC), and if the request uses a VPC endpoint in vpc-111bbb22 - This option introduces the concept of a VPC endpoint, which is not mentioned in the IAM policy.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D: Access is allowed on or between July 1, 2020, and December 31, 2020 (UTC), or if the request uses a VPC endpoint in vpc-111bbb22 - Similar to option C, this option also introduces the concept of a VPC endpoint, which is not specified in the IAM policy.</a:t>
            </a:r>
          </a:p>
        </p:txBody>
      </p:sp>
      <p:pic>
        <p:nvPicPr>
          <p:cNvPr id="5" name="Picture 4" descr="option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5086306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Access is allowed on or between July 1, 2020, and December 31, 2020 (UTC), or if the request uses a VPC endpoint in vpc-111bbb22 - Similar to option C, this option also introduces the concept of a VPC endpoint, which is not specified in the IAM policy.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