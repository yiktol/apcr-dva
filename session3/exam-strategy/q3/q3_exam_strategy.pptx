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3 - Question 3</a:t>
            </a:r>
          </a:p>
        </p:txBody>
      </p:sp>
      <p:sp>
        <p:nvSpPr>
          <p:cNvPr id="4" name="TextBox 3"/>
          <p:cNvSpPr txBox="1"/>
          <p:nvPr/>
        </p:nvSpPr>
        <p:spPr>
          <a:xfrm>
            <a:off x="274320" y="640080"/>
            <a:ext cx="6583680" cy="1280160"/>
          </a:xfrm>
          <a:prstGeom prst="rect">
            <a:avLst/>
          </a:prstGeom>
          <a:noFill/>
        </p:spPr>
        <p:txBody>
          <a:bodyPr wrap="square" tIns="0" bIns="0">
            <a:spAutoFit/>
          </a:bodyPr>
          <a:lstStyle/>
          <a:p>
            <a:pPr>
              <a:defRPr sz="900">
                <a:solidFill>
                  <a:srgbClr val="FFFFFF"/>
                </a:solidFill>
                <a:latin typeface="Segoe UI"/>
              </a:defRPr>
            </a:pPr>
            <a:r>
              <a:t>A developer uses the AWS SDK for C++ to retrieve data from an Amazon DynamoDB table. The data is sometimes retrieved using a known key, and sometimes the key is not known, resulting in multiple items being returned. The developer wants to ensure the code returns only one item when retrieving data without keys. Which DynamoDB setting will meet th...</a:t>
            </a:r>
          </a:p>
        </p:txBody>
      </p:sp>
      <p:sp>
        <p:nvSpPr>
          <p:cNvPr id="5" name="Oval 4"/>
          <p:cNvSpPr/>
          <p:nvPr/>
        </p:nvSpPr>
        <p:spPr>
          <a:xfrm>
            <a:off x="274320" y="205740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A</a:t>
            </a:r>
          </a:p>
        </p:txBody>
      </p:sp>
      <p:sp>
        <p:nvSpPr>
          <p:cNvPr id="6" name="TextBox 5"/>
          <p:cNvSpPr txBox="1"/>
          <p:nvPr/>
        </p:nvSpPr>
        <p:spPr>
          <a:xfrm>
            <a:off x="548640" y="2011680"/>
            <a:ext cx="6400800" cy="736092"/>
          </a:xfrm>
          <a:prstGeom prst="rect">
            <a:avLst/>
          </a:prstGeom>
          <a:noFill/>
        </p:spPr>
        <p:txBody>
          <a:bodyPr wrap="square" tIns="25400" bIns="0" lIns="0">
            <a:spAutoFit/>
          </a:bodyPr>
          <a:lstStyle/>
          <a:p>
            <a:pPr>
              <a:defRPr sz="800">
                <a:solidFill>
                  <a:srgbClr val="CCCCCC"/>
                </a:solidFill>
                <a:latin typeface="Segoe UI"/>
              </a:defRPr>
            </a:pPr>
            <a:r>
              <a:t>The parallel scan operation can logically divide a table into multiple segments, with multiple appli</a:t>
            </a:r>
          </a:p>
        </p:txBody>
      </p:sp>
      <p:sp>
        <p:nvSpPr>
          <p:cNvPr id="7" name="Oval 6"/>
          <p:cNvSpPr/>
          <p:nvPr/>
        </p:nvSpPr>
        <p:spPr>
          <a:xfrm>
            <a:off x="274320" y="281178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B</a:t>
            </a:r>
          </a:p>
        </p:txBody>
      </p:sp>
      <p:sp>
        <p:nvSpPr>
          <p:cNvPr id="8" name="TextBox 7"/>
          <p:cNvSpPr txBox="1"/>
          <p:nvPr/>
        </p:nvSpPr>
        <p:spPr>
          <a:xfrm>
            <a:off x="548640" y="2766060"/>
            <a:ext cx="6400800" cy="736092"/>
          </a:xfrm>
          <a:prstGeom prst="rect">
            <a:avLst/>
          </a:prstGeom>
          <a:noFill/>
        </p:spPr>
        <p:txBody>
          <a:bodyPr wrap="square" tIns="25400" bIns="0" lIns="0">
            <a:spAutoFit/>
          </a:bodyPr>
          <a:lstStyle/>
          <a:p>
            <a:pPr>
              <a:defRPr sz="800">
                <a:solidFill>
                  <a:srgbClr val="CCCCCC"/>
                </a:solidFill>
                <a:latin typeface="Segoe UI"/>
              </a:defRPr>
            </a:pPr>
            <a:r>
              <a:t>A filter expression applies additional matching criteria to limit the items returned. This expressio</a:t>
            </a:r>
          </a:p>
        </p:txBody>
      </p:sp>
      <p:sp>
        <p:nvSpPr>
          <p:cNvPr id="9" name="Oval 8"/>
          <p:cNvSpPr/>
          <p:nvPr/>
        </p:nvSpPr>
        <p:spPr>
          <a:xfrm>
            <a:off x="274320" y="356616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C</a:t>
            </a:r>
          </a:p>
        </p:txBody>
      </p:sp>
      <p:sp>
        <p:nvSpPr>
          <p:cNvPr id="10" name="TextBox 9"/>
          <p:cNvSpPr txBox="1"/>
          <p:nvPr/>
        </p:nvSpPr>
        <p:spPr>
          <a:xfrm>
            <a:off x="548640" y="3520440"/>
            <a:ext cx="6400800" cy="736092"/>
          </a:xfrm>
          <a:prstGeom prst="rect">
            <a:avLst/>
          </a:prstGeom>
          <a:noFill/>
        </p:spPr>
        <p:txBody>
          <a:bodyPr wrap="square" tIns="25400" bIns="0" lIns="0">
            <a:spAutoFit/>
          </a:bodyPr>
          <a:lstStyle/>
          <a:p>
            <a:pPr>
              <a:defRPr sz="800">
                <a:solidFill>
                  <a:srgbClr val="CCCCCC"/>
                </a:solidFill>
                <a:latin typeface="Segoe UI"/>
              </a:defRPr>
            </a:pPr>
            <a:r>
              <a:t>Set the limit parameter to 1 to set the maximum number of items that need to be retrieved with a Dyn</a:t>
            </a:r>
          </a:p>
        </p:txBody>
      </p:sp>
      <p:sp>
        <p:nvSpPr>
          <p:cNvPr id="11" name="Oval 10"/>
          <p:cNvSpPr/>
          <p:nvPr/>
        </p:nvSpPr>
        <p:spPr>
          <a:xfrm>
            <a:off x="274320" y="432054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D</a:t>
            </a:r>
          </a:p>
        </p:txBody>
      </p:sp>
      <p:sp>
        <p:nvSpPr>
          <p:cNvPr id="12" name="TextBox 11"/>
          <p:cNvSpPr txBox="1"/>
          <p:nvPr/>
        </p:nvSpPr>
        <p:spPr>
          <a:xfrm>
            <a:off x="548640" y="4274820"/>
            <a:ext cx="6400800" cy="736092"/>
          </a:xfrm>
          <a:prstGeom prst="rect">
            <a:avLst/>
          </a:prstGeom>
          <a:noFill/>
        </p:spPr>
        <p:txBody>
          <a:bodyPr wrap="square" tIns="25400" bIns="0" lIns="0">
            <a:spAutoFit/>
          </a:bodyPr>
          <a:lstStyle/>
          <a:p>
            <a:pPr>
              <a:defRPr sz="800">
                <a:solidFill>
                  <a:srgbClr val="CCCCCC"/>
                </a:solidFill>
                <a:latin typeface="Segoe UI"/>
              </a:defRPr>
            </a:pPr>
            <a:r>
              <a:t>The page-size parameter will determine the number of items returned in each page of a query. This me</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The parallel scan operation can logically divide a table into multiple segments, with multiple appli</a:t>
            </a:r>
          </a:p>
        </p:txBody>
      </p:sp>
      <p:pic>
        <p:nvPicPr>
          <p:cNvPr id="5" name="Picture 4" descr="option_a.png"/>
          <p:cNvPicPr>
            <a:picLocks noChangeAspect="1"/>
          </p:cNvPicPr>
          <p:nvPr/>
        </p:nvPicPr>
        <p:blipFill>
          <a:blip r:embed="rId2"/>
          <a:stretch>
            <a:fillRect/>
          </a:stretch>
        </p:blipFill>
        <p:spPr>
          <a:xfrm>
            <a:off x="182880" y="995897"/>
            <a:ext cx="5303520" cy="3677485"/>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The parallel scan operation can logically divide a table into multiple segments</a:t>
            </a:r>
          </a:p>
          <a:p>
            <a:pPr>
              <a:spcAft>
                <a:spcPts val="400"/>
              </a:spcAft>
              <a:defRPr sz="800">
                <a:solidFill>
                  <a:srgbClr val="212121"/>
                </a:solidFill>
                <a:latin typeface="Segoe UI"/>
              </a:defRPr>
            </a:pPr>
            <a:r>
              <a:t>• With multiple application workers scanning the segments in parallel</a:t>
            </a:r>
          </a:p>
          <a:p>
            <a:pPr>
              <a:spcAft>
                <a:spcPts val="400"/>
              </a:spcAft>
              <a:defRPr sz="800">
                <a:solidFill>
                  <a:srgbClr val="212121"/>
                </a:solidFill>
                <a:latin typeface="Segoe UI"/>
              </a:defRPr>
            </a:pPr>
            <a:r>
              <a:t>• Parallel scan returns the same number of results as an ordinary scan</a:t>
            </a:r>
          </a:p>
          <a:p>
            <a:pPr>
              <a:spcAft>
                <a:spcPts val="400"/>
              </a:spcAft>
              <a:defRPr sz="800">
                <a:solidFill>
                  <a:srgbClr val="212121"/>
                </a:solidFill>
                <a:latin typeface="Segoe UI"/>
              </a:defRPr>
            </a:pPr>
            <a:r>
              <a:t>• Except the results can be returned more quickly</a:t>
            </a:r>
          </a:p>
          <a:p>
            <a:pPr>
              <a:spcAft>
                <a:spcPts val="400"/>
              </a:spcAft>
              <a:defRPr sz="800">
                <a:solidFill>
                  <a:srgbClr val="212121"/>
                </a:solidFill>
                <a:latin typeface="Segoe UI"/>
              </a:defRPr>
            </a:pPr>
            <a:r>
              <a:t>• Parallel scan does not limit the number of items returned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A filter expression applies additional matching criteria to limit the items returned. This expressio</a:t>
            </a:r>
          </a:p>
        </p:txBody>
      </p:sp>
      <p:pic>
        <p:nvPicPr>
          <p:cNvPr id="5" name="Picture 4" descr="option_b.png"/>
          <p:cNvPicPr>
            <a:picLocks noChangeAspect="1"/>
          </p:cNvPicPr>
          <p:nvPr/>
        </p:nvPicPr>
        <p:blipFill>
          <a:blip r:embed="rId2"/>
          <a:stretch>
            <a:fillRect/>
          </a:stretch>
        </p:blipFill>
        <p:spPr>
          <a:xfrm>
            <a:off x="182880" y="1717415"/>
            <a:ext cx="5303520" cy="2234448"/>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A filter expression applies additional matching criteria to limit the items returned</a:t>
            </a:r>
          </a:p>
          <a:p>
            <a:pPr>
              <a:spcAft>
                <a:spcPts val="400"/>
              </a:spcAft>
              <a:defRPr sz="800">
                <a:solidFill>
                  <a:srgbClr val="212121"/>
                </a:solidFill>
                <a:latin typeface="Segoe UI"/>
              </a:defRPr>
            </a:pPr>
            <a:r>
              <a:t>• This expression does not provide a specific limit on the number of items returned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Set the limit parameter to 1 to set the maximum number of items that need to be retrieved with a Dyn</a:t>
            </a:r>
          </a:p>
        </p:txBody>
      </p:sp>
      <p:pic>
        <p:nvPicPr>
          <p:cNvPr id="5" name="Picture 4" descr="option_c.png"/>
          <p:cNvPicPr>
            <a:picLocks noChangeAspect="1"/>
          </p:cNvPicPr>
          <p:nvPr/>
        </p:nvPicPr>
        <p:blipFill>
          <a:blip r:embed="rId2"/>
          <a:stretch>
            <a:fillRect/>
          </a:stretch>
        </p:blipFill>
        <p:spPr>
          <a:xfrm>
            <a:off x="182880" y="1217299"/>
            <a:ext cx="5303520" cy="32346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Set the limit parameter to 1 to set the maximum number of items that need to be retrieved with a DynamoDB scan operation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The page-size parameter will determine the number of items returned in each page of a query. This me</a:t>
            </a:r>
          </a:p>
        </p:txBody>
      </p:sp>
      <p:pic>
        <p:nvPicPr>
          <p:cNvPr id="5" name="Picture 4" descr="option_d.png"/>
          <p:cNvPicPr>
            <a:picLocks noChangeAspect="1"/>
          </p:cNvPicPr>
          <p:nvPr/>
        </p:nvPicPr>
        <p:blipFill>
          <a:blip r:embed="rId2"/>
          <a:stretch>
            <a:fillRect/>
          </a:stretch>
        </p:blipFill>
        <p:spPr>
          <a:xfrm>
            <a:off x="182880" y="1836497"/>
            <a:ext cx="5303520" cy="1996284"/>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The page-size parameter will determine the number of items returned in each page of a query</a:t>
            </a:r>
          </a:p>
          <a:p>
            <a:pPr>
              <a:spcAft>
                <a:spcPts val="400"/>
              </a:spcAft>
              <a:defRPr sz="800">
                <a:solidFill>
                  <a:srgbClr val="212121"/>
                </a:solidFill>
                <a:latin typeface="Segoe UI"/>
              </a:defRPr>
            </a:pPr>
            <a:r>
              <a:t>• This method is only relevant for queries that involve the key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