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3 -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company developed a warehouse fulfillment application by using AWS Step Functions. The Step Functions activity workers run on tablets that warehouse employees use. Some long-running activities fail because of problems with individual tablets. These problems include loss of battery power. The application must re-assign interrupted activities to another worker as soon as possible. If an activity fails three times, the state machine should fail. Which Step Functions configuration will meet the...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3774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You set the Retry field at the individual state level, not at the overall state machine level. States.Timeout is an erro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8346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States.TaskFailed is an error name. This error name is not a field that you can set.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918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The TimeoutSeconds attribute defines the maximum task duration before the task is considered failed. A value of 30 would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749039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The HeartbeatSeconds attribute defines the maximum interval that the task will wait for a heartbeat signal. If an activi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You set the Retry field at the individual state level, not at the overall state machine level. State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590933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You set the Retry field at the individual state level, not at the overall state machine level.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States.Timeout is an error name and not a field that you can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States.TaskFailed is an error name. This error name is not a field that you can set.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20399"/>
            <a:ext cx="5303520" cy="2428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States.TaskFailed is an error name.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error name is not a field that you can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The TimeoutSeconds attribute defines the maximum task duration before the task is considered failed.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04671"/>
            <a:ext cx="5303520" cy="22599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The TimeoutSeconds attribute defines the maximum task duration before the task is considered failed.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 value of 30 would cause any task that runs longer than 30 seconds to fail, even if there were no problems with the tablet.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The HeartbeatSeconds attribute defines the maximum interval that the task will wait for a heartbeat 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811051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The HeartbeatSeconds attribute defines the maximum interval that the task will wait for a heartbeat signal.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If an activity worker fails to send heartbeats within this interval, the state is failed.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 retry policy on the state allows another activity worker to attempt to complete the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