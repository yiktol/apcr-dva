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3 - Question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6583680" cy="12801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Segoe UI"/>
              </a:defRPr>
            </a:pPr>
            <a:r>
              <a:t>A company developed a warehouse fulfillment application by using AWS Step Functions. The Step Functions activity workers run on tablets that warehouse employees use. Some long-running activities fail because of problems with individual tablets. These problems include loss of battery power. The application must re-assign interrupted activities to...</a:t>
            </a:r>
          </a:p>
        </p:txBody>
      </p:sp>
      <p:sp>
        <p:nvSpPr>
          <p:cNvPr id="5" name="Oval 4"/>
          <p:cNvSpPr/>
          <p:nvPr/>
        </p:nvSpPr>
        <p:spPr>
          <a:xfrm>
            <a:off x="274320" y="205740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You set the Retry field at the individual state level, not at the overall state machine level. State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281178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6606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States.TaskFailed is an error name. This error name is not a field that you can set.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356616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The TimeoutSeconds attribute defines the maximum task duration before the task is considered failed.</a:t>
            </a:r>
          </a:p>
        </p:txBody>
      </p:sp>
      <p:sp>
        <p:nvSpPr>
          <p:cNvPr id="11" name="Oval 10"/>
          <p:cNvSpPr/>
          <p:nvPr/>
        </p:nvSpPr>
        <p:spPr>
          <a:xfrm>
            <a:off x="274320" y="432054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482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The HeartbeatSeconds attribute defines the maximum interval that the task will wait for a heartbeat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You set the Retry field at the individual state level, not at the overall state machine level. State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02952"/>
            <a:ext cx="5303520" cy="326337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You set the Retry field at the individual state level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Not at the overall state machine level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States.Timeout is an error name and not a field that you can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States.TaskFailed is an error name. This error name is not a field that you can set.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98994"/>
            <a:ext cx="5303520" cy="327129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States.TaskFailed is an error name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This error name is not a field that you can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The TimeoutSeconds attribute defines the maximum task duration before the task is considered failed.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66632"/>
            <a:ext cx="5303520" cy="33360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The TimeoutSeconds attribute defines the maximum task duration before the task is considered failed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 value of 30 would cause any task that runs longer than 30 seconds to fail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Even if there were no problems with the tablet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The HeartbeatSeconds attribute defines the maximum interval that the task will wait for a heartbeat 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974396"/>
            <a:ext cx="5303520" cy="172048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The HeartbeatSeconds attribute defines the maximum interval that the task will wait for a heartbeat signal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If an activity worker fails to send heartbeats within this interval, the state is failed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 retry policy on the state allows another activity worker to attempt to complete the state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