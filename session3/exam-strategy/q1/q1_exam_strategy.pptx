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3 -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6583680" cy="12801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Segoe UI"/>
              </a:defRPr>
            </a:pPr>
            <a:r>
              <a:t>A developer configures AWS CodeDeploy to install an application on Amazon EC2 instances in an Amazon EC2 Auto Scaling group. Where should the developer place the appspec.yml file?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205740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To deploy an application on EC2 instances, the appspec.yml file must be placed in the root of the di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281178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6606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The contents of the appspec.yml file can be directly added into the CodeDeploy console only when an 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356616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The .ebextensions folder is used to perform advanced configuration of an AWS Elastic Beanstalk appli</a:t>
            </a:r>
          </a:p>
        </p:txBody>
      </p:sp>
      <p:sp>
        <p:nvSpPr>
          <p:cNvPr id="11" name="Oval 10"/>
          <p:cNvSpPr/>
          <p:nvPr/>
        </p:nvSpPr>
        <p:spPr>
          <a:xfrm>
            <a:off x="274320" y="432054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482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The appspec.yml file must be placed in the bundle with the application's source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To deploy an application on EC2 instances, the appspec.yml file must be placed in the root of the di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03765"/>
            <a:ext cx="5303520" cy="246174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To deploy an application on EC2 instances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appspec.yml file must be placed in the root of the directory structure of an application's source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The contents of the appspec.yml file can be directly added into the CodeDeploy console only when an 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528684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contents of the appspec.yml file can be directly added into the CodeDeploy console only when an AWS Lambda application deployment is created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scenario is not using Lambda, so the CodeDeploy console is not a valid option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The .ebextensions folder is used to perform advanced configuration of an AWS Elastic Beanstalk appli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45250"/>
            <a:ext cx="5303520" cy="3178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.ebextensions folder is used to perform advanced configuration of an AWS Elastic Beanstalk application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scenario is not using Elastic Beanstalk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So the .ebextensions folder is not a valid option.For more information about configuring Elastic Beanstalk with the .ebextensions folder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See Advanced environment customization with configuration files (.ebextensions)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The appspec.yml file must be placed in the bundle with the application's source code.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720558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appspec.yml file must be placed in the bundle with the application's source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