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3 -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developer configures AWS CodeDeploy to install an application on Amazon EC2 instances in an Amazon EC2 Auto Scaling group. Where should the developer place the appspec.yml file?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To deploy an application on EC2 instances, the appspec.yml file must be placed in the root of the directory structure of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contents of the appspec.yml file can be directly added into the CodeDeploy console only when an AWS Lambda applicati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.ebextensions folder is used to perform advanced configuration of an AWS Elastic Beanstalk application. This scenari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appspec.yml file must be placed in the bundle with the application's source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To deploy an application on EC2 instances, the appspec.yml file must be placed in the root of the di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781395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To deploy an application on EC2 instances, the appspec.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yml file must be placed in the root of the directory structure of an application's source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The contents of the appspec.yml file can be directly added into the CodeDeploy console only when an 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4221"/>
            <a:ext cx="5303520" cy="36608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contents of the appspec.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yml file can be directly added into the CodeDeploy console only when an AWS Lambda application deployment is created.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scenario is not using Lambda, so the CodeDeploy console is not a valid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The .ebextensions folder is used to perform advanced configuration of an AWS Elastic Beanstalk appli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49723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.ebextensions folder is used to perform advanced configuration of an AWS Elastic Beanstalk application.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scenario is not using Elastic Beanstalk, so the . ebextensions folder is not a valid option.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For more information about configuring Elastic Beanstalk with the 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ebextensions folder, see Advanced environment customization with configuration files (. ebextensions).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The appspec.yml file must be placed in the bundle with the application's source code.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98522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appspec.yml file must be placed in the bundle with the application's source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