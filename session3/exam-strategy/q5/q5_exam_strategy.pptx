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6583680" cy="12801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egoe UI"/>
              </a:defRPr>
            </a:pPr>
            <a:r>
              <a:t>Picking the right database option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05740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Aurora is a relational database (not a key-value database). Aurora is not likely to achieve microsec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81178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6606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DynamoDB is a NoSQL database that supports key-value records. DAX delivers response times in microse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56616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Aurora is a relational database (not a key-value database). Aurora is not likely to achieve microsec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432054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4820"/>
            <a:ext cx="6400800" cy="736092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Neptune is a graph database that is optimized for working with highly connected data. Neptune is not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Aurora is a relational database (not a key-value database). Aurora is not likely to achieve microsec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52374"/>
            <a:ext cx="5303520" cy="296453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Aurora is a relational database (not a key-value database)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Aurora is not likely to achieve microsecond latency consistently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DynamoDB is a NoSQL database that supports key-value records. DAX delivers response times in microse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62396"/>
            <a:ext cx="5303520" cy="234448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DynamoDB is a NoSQL database that supports key-value records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DAX delivers response times in microseconds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Aurora is a relational database (not a key-value database). Aurora is not likely to achieve microsec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11212"/>
            <a:ext cx="5303520" cy="22468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Aurora is a relational database (not a key-value database)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Aurora is not likely to achieve microsecond latency consistently, even with ElastiCache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Neptune is a graph database that is optimized for working with highly connected data. Neptune is not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93670"/>
            <a:ext cx="5303520" cy="308193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Neptune is a graph database that is optimized for working with highly connected data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Neptune is not optimized for simple key-value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