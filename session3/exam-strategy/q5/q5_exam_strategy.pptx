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Picking the right database option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Aurora is a relational database (not a key-value database). Aurora is not likely to achieve microsecond latency consiste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DynamoDB is a NoSQL database that supports key-value records. DAX delivers response times in microseconds.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Aurora is a relational database (not a key-value database). Aurora is not likely to achieve microsecond latency consiste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Neptune is a graph database that is optimized for working with highly connected data. Neptune is not optimized for simpl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Aurora is a relational database (not a key-value database). Aurora is not likely to achieve microsec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54443"/>
            <a:ext cx="5303520" cy="33603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Aurora is a relational database (not a key-value database).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Aurora is not likely to achieve microsecond latency consistently.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DynamoDB is a NoSQL database that supports key-value records. DAX delivers response times in microse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63963"/>
            <a:ext cx="5303520" cy="23413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DynamoDB is a NoSQL database that supports key-value records.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DAX delivers response times in microseconds.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Aurora is a relational database (not a key-value database). Aurora is not likely to achieve microsec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56080"/>
            <a:ext cx="5303520" cy="23571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Aurora is a relational database (not a key-value database).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Aurora is not likely to achieve microsecond latency consistently, even with ElastiCache.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Neptune is a graph database that is optimized for working with highly connected data. Neptune is not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15150"/>
            <a:ext cx="5303520" cy="32389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Neptune is a graph database that is optimized for working with highly connected data.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Neptune is not optimized for simple key-value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