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3 - Question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40080"/>
            <a:ext cx="6583680" cy="12801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>
              <a:defRPr sz="900">
                <a:solidFill>
                  <a:srgbClr val="FFFFFF"/>
                </a:solidFill>
                <a:latin typeface="Segoe UI"/>
              </a:defRPr>
            </a:pPr>
            <a:r>
              <a:t>A company is developing a Python application that submits data to an Amazon DynamoDB table. The company requires client-side encryption of specific data items and end-to-end protection for the encrypted data in transit and at rest. Which combination of steps will meet the requirement to encrypt specific data items? (Select TWO.)</a:t>
            </a:r>
          </a:p>
        </p:txBody>
      </p:sp>
      <p:sp>
        <p:nvSpPr>
          <p:cNvPr id="5" name="Oval 4"/>
          <p:cNvSpPr/>
          <p:nvPr/>
        </p:nvSpPr>
        <p:spPr>
          <a:xfrm>
            <a:off x="274320" y="2057400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6400800" cy="585215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When you configure the DynamoDB Encryption Client to use AWS KMS, the DynamoDB Encryption Client use</a:t>
            </a:r>
          </a:p>
        </p:txBody>
      </p:sp>
      <p:sp>
        <p:nvSpPr>
          <p:cNvPr id="7" name="Oval 6"/>
          <p:cNvSpPr/>
          <p:nvPr/>
        </p:nvSpPr>
        <p:spPr>
          <a:xfrm>
            <a:off x="274320" y="2660904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15184"/>
            <a:ext cx="6400800" cy="585215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When you configure the DynamoDB Encryption Client to use AWS KMS, the DynamoDB Encryption Client use</a:t>
            </a:r>
          </a:p>
        </p:txBody>
      </p:sp>
      <p:sp>
        <p:nvSpPr>
          <p:cNvPr id="9" name="Oval 8"/>
          <p:cNvSpPr/>
          <p:nvPr/>
        </p:nvSpPr>
        <p:spPr>
          <a:xfrm>
            <a:off x="274320" y="3264408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18688"/>
            <a:ext cx="6400800" cy="585215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The DynamoDB Encryption Client provides end-to-end protection for your data in transit and at rest. </a:t>
            </a:r>
          </a:p>
        </p:txBody>
      </p:sp>
      <p:sp>
        <p:nvSpPr>
          <p:cNvPr id="11" name="Oval 10"/>
          <p:cNvSpPr/>
          <p:nvPr/>
        </p:nvSpPr>
        <p:spPr>
          <a:xfrm>
            <a:off x="274320" y="3867911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22191"/>
            <a:ext cx="6400800" cy="585215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You can use this method for server-side encryption at rest. This solution does not meet the requirem</a:t>
            </a:r>
          </a:p>
        </p:txBody>
      </p:sp>
      <p:sp>
        <p:nvSpPr>
          <p:cNvPr id="13" name="Oval 12"/>
          <p:cNvSpPr/>
          <p:nvPr/>
        </p:nvSpPr>
        <p:spPr>
          <a:xfrm>
            <a:off x="274320" y="4471416"/>
            <a:ext cx="201168" cy="201168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25696"/>
            <a:ext cx="6400800" cy="585215"/>
          </a:xfrm>
          <a:prstGeom prst="rect">
            <a:avLst/>
          </a:prstGeom>
          <a:noFill/>
        </p:spPr>
        <p:txBody>
          <a:bodyPr wrap="square" tIns="25400" bIns="0" lIns="0">
            <a:spAutoFit/>
          </a:bodyPr>
          <a:lstStyle/>
          <a:p>
            <a:pPr>
              <a:defRPr sz="800">
                <a:solidFill>
                  <a:srgbClr val="CCCCCC"/>
                </a:solidFill>
                <a:latin typeface="Segoe UI"/>
              </a:defRPr>
            </a:pPr>
            <a:r>
              <a:t>You can use this method for server-side encryption at rest. This solution does not meet the requirem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7" name="Picture 16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When you configure the DynamoDB Encryption Client to use AWS KMS, the DynamoDB Encryption Client use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759"/>
            <a:ext cx="5303520" cy="3839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When you configure the DynamoDB Encryption Client to use AWS KMS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The DynamoDB Encryption Client uses a KMS key that is always encrypted when the key is used outside of AWS KMS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This cryptographic materials provider returns a unique encryption key and a signing key for every table item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This method of encryption uses a symmetric KMS key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When you configure the DynamoDB Encryption Client to use AWS KMS, the DynamoDB Encryption Client use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4018188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When you configure the DynamoDB Encryption Client to use AWS KMS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The DynamoDB Encryption Client uses a KMS key that is always encrypted when the key is used outside of AWS KMS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This cryptographic materials provider returns a unique encryption key and a signing key for every table item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This method of encryption would require a symmetric KMS key, not an asymmetric key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The DynamoDB Encryption Client provides end-to-end protection for your data in transit and at rest. 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936197"/>
            <a:ext cx="5303520" cy="179688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The DynamoDB Encryption Client provides end-to-end protection for your data in transit and at rest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You can encrypt selected items or attribute values in a table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You can use this method for server-side encryption at rest. This solution does not meet the requirem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3837217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You can use this method for server-side encryption at rest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This solution does not meet the requirement for client-side encryption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E: You can use this method for server-side encryption at rest. This solution does not meet the requirem</a:t>
            </a:r>
          </a:p>
        </p:txBody>
      </p:sp>
      <p:pic>
        <p:nvPicPr>
          <p:cNvPr id="5" name="Picture 4" descr="option_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147156"/>
            <a:ext cx="5303520" cy="33749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You can use this method for server-side encryption at rest</a:t>
            </a:r>
          </a:p>
          <a:p>
            <a:pPr>
              <a:spcAft>
                <a:spcPts val="400"/>
              </a:spcAft>
              <a:defRPr sz="800">
                <a:solidFill>
                  <a:srgbClr val="212121"/>
                </a:solidFill>
                <a:latin typeface="Segoe UI"/>
              </a:defRPr>
            </a:pPr>
            <a:r>
              <a:t>• This solution does not meet the requirement for client-side encryption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