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Session 3 -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company is developing a Python application that submits data to an Amazon DynamoDB table. The company requires client-side encryption of specific data items and end-to-end protection for the encrypted data in transit and at rest. Which combination of steps will meet the requirement to encrypt specific data items? (Select TWO.)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3774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When you configure the DynamoDB Encryption Client to use AWS KMS, the DynamoDB Encryption Client uses a KMS key that is 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8346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When you configure the DynamoDB Encryption Client to use AWS KMS, the DynamoDB Encryption Client uses a KMS key that is 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32918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The DynamoDB Encryption Client provides end-to-end protection for your data in transit and at rest. You can encrypt sele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749039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You can use this method for server-side encryption at rest. This solution does not meet the requirement for client-side 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42062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You can use this method for server-side encryption at rest. This solution does not meet the requirement for client-side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"/>
            <a:ext cx="1828800" cy="21031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7" name="Picture 16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486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When you configure the DynamoDB Encryption Client to use AWS KMS, the DynamoDB Encryption Client use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21551"/>
            <a:ext cx="5303520" cy="32261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When you configure the DynamoDB Encryption Client to use AWS KMS, the DynamoDB Encryption Client uses a KMS key that is always encrypted when the key is used outside of AWS KMS.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cryptographic materials provider returns a unique encryption key and a signing key for every table item.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method of encryption uses a symmetric KMS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When you configure the DynamoDB Encryption Client to use AWS KMS, the DynamoDB Encryption Client use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82491"/>
            <a:ext cx="5303520" cy="2504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When you configure the DynamoDB Encryption Client to use AWS KMS, the DynamoDB Encryption Client uses a KMS key that is always encrypted when the key is used outside of AWS KMS.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cryptographic materials provider returns a unique encryption key and a signing key for every table item.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method of encryption would require a symmetric KMS key, not an asymmetric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The DynamoDB Encryption Client provides end-to-end protection for your data in transit and at rest. 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91455"/>
            <a:ext cx="5303520" cy="22863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The DynamoDB Encryption Client provides end-to-end protection for your data in transit and at rest.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You can encrypt selected items or attribute values in a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You can use this method for server-side encryption at rest. This solution does not meet the requirem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21498"/>
            <a:ext cx="5303520" cy="22262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You can use this method for server-side encryption at rest.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solution does not meet the requirement for client-side encryption.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E: You can use this method for server-side encryption at rest. This solution does not meet the requirem</a:t>
            </a:r>
          </a:p>
        </p:txBody>
      </p:sp>
      <p:pic>
        <p:nvPicPr>
          <p:cNvPr id="5" name="Picture 4" descr="option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2562"/>
            <a:ext cx="5303520" cy="19041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You can use this method for server-side encryption at rest.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This solution does not meet the requirement for client-side encryption.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